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0"/>
  </p:notesMasterIdLst>
  <p:sldIdLst>
    <p:sldId id="409" r:id="rId2"/>
    <p:sldId id="433" r:id="rId3"/>
    <p:sldId id="434" r:id="rId4"/>
    <p:sldId id="435" r:id="rId5"/>
    <p:sldId id="439" r:id="rId6"/>
    <p:sldId id="440" r:id="rId7"/>
    <p:sldId id="441" r:id="rId8"/>
    <p:sldId id="436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B9FF"/>
    <a:srgbClr val="FF0DE2"/>
    <a:srgbClr val="2FF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E5FBCE-4B30-48F5-B0D8-22A81B648CF2}" v="2" dt="2025-04-30T19:19:17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608" autoAdjust="0"/>
  </p:normalViewPr>
  <p:slideViewPr>
    <p:cSldViewPr snapToGrid="0">
      <p:cViewPr varScale="1">
        <p:scale>
          <a:sx n="76" d="100"/>
          <a:sy n="76" d="100"/>
        </p:scale>
        <p:origin x="183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e Mutz" userId="3fc1660b9a1c200e" providerId="Windows Live" clId="Web-{140DBE41-3386-48A5-AD6B-0E5E230E3E85}"/>
    <pc:docChg chg="addSld modSld">
      <pc:chgData name="Filipe Mutz" userId="3fc1660b9a1c200e" providerId="Windows Live" clId="Web-{140DBE41-3386-48A5-AD6B-0E5E230E3E85}" dt="2024-11-05T16:56:00.251" v="12"/>
      <pc:docMkLst>
        <pc:docMk/>
      </pc:docMkLst>
      <pc:sldChg chg="addSp delSp modSp new">
        <pc:chgData name="Filipe Mutz" userId="3fc1660b9a1c200e" providerId="Windows Live" clId="Web-{140DBE41-3386-48A5-AD6B-0E5E230E3E85}" dt="2024-11-05T16:56:00.251" v="12"/>
        <pc:sldMkLst>
          <pc:docMk/>
          <pc:sldMk cId="2500539002" sldId="408"/>
        </pc:sldMkLst>
      </pc:sldChg>
    </pc:docChg>
  </pc:docChgLst>
  <pc:docChgLst>
    <pc:chgData name="Filipe Mutz" userId="3fc1660b9a1c200e" providerId="LiveId" clId="{B0A379AF-A94A-41D3-A9B1-D249A03E0842}"/>
    <pc:docChg chg="undo custSel addSld delSld modSld sldOrd">
      <pc:chgData name="Filipe Mutz" userId="3fc1660b9a1c200e" providerId="LiveId" clId="{B0A379AF-A94A-41D3-A9B1-D249A03E0842}" dt="2021-05-21T02:23:39.050" v="3076" actId="1076"/>
      <pc:docMkLst>
        <pc:docMk/>
      </pc:docMkLst>
      <pc:sldChg chg="del">
        <pc:chgData name="Filipe Mutz" userId="3fc1660b9a1c200e" providerId="LiveId" clId="{B0A379AF-A94A-41D3-A9B1-D249A03E0842}" dt="2021-05-20T17:50:56.027" v="2" actId="47"/>
        <pc:sldMkLst>
          <pc:docMk/>
          <pc:sldMk cId="1585433276" sldId="257"/>
        </pc:sldMkLst>
      </pc:sldChg>
      <pc:sldChg chg="addSp delSp modSp new mod">
        <pc:chgData name="Filipe Mutz" userId="3fc1660b9a1c200e" providerId="LiveId" clId="{B0A379AF-A94A-41D3-A9B1-D249A03E0842}" dt="2021-05-20T17:57:56.996" v="59" actId="1076"/>
        <pc:sldMkLst>
          <pc:docMk/>
          <pc:sldMk cId="703990230" sldId="258"/>
        </pc:sldMkLst>
      </pc:sldChg>
      <pc:sldChg chg="del">
        <pc:chgData name="Filipe Mutz" userId="3fc1660b9a1c200e" providerId="LiveId" clId="{B0A379AF-A94A-41D3-A9B1-D249A03E0842}" dt="2021-05-20T17:50:48.550" v="0" actId="47"/>
        <pc:sldMkLst>
          <pc:docMk/>
          <pc:sldMk cId="2348358179" sldId="258"/>
        </pc:sldMkLst>
      </pc:sldChg>
      <pc:sldChg chg="modSp new mod">
        <pc:chgData name="Filipe Mutz" userId="3fc1660b9a1c200e" providerId="LiveId" clId="{B0A379AF-A94A-41D3-A9B1-D249A03E0842}" dt="2021-05-20T18:05:26.106" v="330" actId="1076"/>
        <pc:sldMkLst>
          <pc:docMk/>
          <pc:sldMk cId="2412535650" sldId="259"/>
        </pc:sldMkLst>
      </pc:sldChg>
      <pc:sldChg chg="del">
        <pc:chgData name="Filipe Mutz" userId="3fc1660b9a1c200e" providerId="LiveId" clId="{B0A379AF-A94A-41D3-A9B1-D249A03E0842}" dt="2021-05-20T17:50:48.550" v="0" actId="47"/>
        <pc:sldMkLst>
          <pc:docMk/>
          <pc:sldMk cId="3940863959" sldId="259"/>
        </pc:sldMkLst>
      </pc:sldChg>
      <pc:sldChg chg="modSp add mod">
        <pc:chgData name="Filipe Mutz" userId="3fc1660b9a1c200e" providerId="LiveId" clId="{B0A379AF-A94A-41D3-A9B1-D249A03E0842}" dt="2021-05-20T18:05:16.807" v="328" actId="1076"/>
        <pc:sldMkLst>
          <pc:docMk/>
          <pc:sldMk cId="3209104128" sldId="260"/>
        </pc:sldMkLst>
      </pc:sldChg>
      <pc:sldChg chg="del">
        <pc:chgData name="Filipe Mutz" userId="3fc1660b9a1c200e" providerId="LiveId" clId="{B0A379AF-A94A-41D3-A9B1-D249A03E0842}" dt="2021-05-20T17:50:48.550" v="0" actId="47"/>
        <pc:sldMkLst>
          <pc:docMk/>
          <pc:sldMk cId="3226037912" sldId="260"/>
        </pc:sldMkLst>
      </pc:sldChg>
      <pc:sldChg chg="addSp delSp modSp new mod">
        <pc:chgData name="Filipe Mutz" userId="3fc1660b9a1c200e" providerId="LiveId" clId="{B0A379AF-A94A-41D3-A9B1-D249A03E0842}" dt="2021-05-20T18:15:10.418" v="411" actId="732"/>
        <pc:sldMkLst>
          <pc:docMk/>
          <pc:sldMk cId="3798064362" sldId="261"/>
        </pc:sldMkLst>
      </pc:sldChg>
      <pc:sldChg chg="del">
        <pc:chgData name="Filipe Mutz" userId="3fc1660b9a1c200e" providerId="LiveId" clId="{B0A379AF-A94A-41D3-A9B1-D249A03E0842}" dt="2021-05-20T17:50:48.550" v="0" actId="47"/>
        <pc:sldMkLst>
          <pc:docMk/>
          <pc:sldMk cId="3939443253" sldId="261"/>
        </pc:sldMkLst>
      </pc:sldChg>
      <pc:sldChg chg="modSp new mod">
        <pc:chgData name="Filipe Mutz" userId="3fc1660b9a1c200e" providerId="LiveId" clId="{B0A379AF-A94A-41D3-A9B1-D249A03E0842}" dt="2021-05-20T18:33:24.751" v="1068" actId="1076"/>
        <pc:sldMkLst>
          <pc:docMk/>
          <pc:sldMk cId="1000625329" sldId="262"/>
        </pc:sldMkLst>
      </pc:sldChg>
      <pc:sldChg chg="del">
        <pc:chgData name="Filipe Mutz" userId="3fc1660b9a1c200e" providerId="LiveId" clId="{B0A379AF-A94A-41D3-A9B1-D249A03E0842}" dt="2021-05-20T17:50:48.550" v="0" actId="47"/>
        <pc:sldMkLst>
          <pc:docMk/>
          <pc:sldMk cId="3635295693" sldId="262"/>
        </pc:sldMkLst>
      </pc:sldChg>
      <pc:sldChg chg="modSp new mod">
        <pc:chgData name="Filipe Mutz" userId="3fc1660b9a1c200e" providerId="LiveId" clId="{B0A379AF-A94A-41D3-A9B1-D249A03E0842}" dt="2021-05-20T19:04:32.376" v="2977" actId="27636"/>
        <pc:sldMkLst>
          <pc:docMk/>
          <pc:sldMk cId="535333610" sldId="263"/>
        </pc:sldMkLst>
      </pc:sldChg>
      <pc:sldChg chg="del">
        <pc:chgData name="Filipe Mutz" userId="3fc1660b9a1c200e" providerId="LiveId" clId="{B0A379AF-A94A-41D3-A9B1-D249A03E0842}" dt="2021-05-20T17:50:48.550" v="0" actId="47"/>
        <pc:sldMkLst>
          <pc:docMk/>
          <pc:sldMk cId="4282735851" sldId="263"/>
        </pc:sldMkLst>
      </pc:sldChg>
      <pc:sldChg chg="new del">
        <pc:chgData name="Filipe Mutz" userId="3fc1660b9a1c200e" providerId="LiveId" clId="{B0A379AF-A94A-41D3-A9B1-D249A03E0842}" dt="2021-05-20T18:38:11.198" v="1587" actId="47"/>
        <pc:sldMkLst>
          <pc:docMk/>
          <pc:sldMk cId="248281819" sldId="264"/>
        </pc:sldMkLst>
      </pc:sldChg>
      <pc:sldChg chg="del">
        <pc:chgData name="Filipe Mutz" userId="3fc1660b9a1c200e" providerId="LiveId" clId="{B0A379AF-A94A-41D3-A9B1-D249A03E0842}" dt="2021-05-20T17:50:48.550" v="0" actId="47"/>
        <pc:sldMkLst>
          <pc:docMk/>
          <pc:sldMk cId="257652917" sldId="264"/>
        </pc:sldMkLst>
      </pc:sldChg>
      <pc:sldChg chg="modSp add mod ord">
        <pc:chgData name="Filipe Mutz" userId="3fc1660b9a1c200e" providerId="LiveId" clId="{B0A379AF-A94A-41D3-A9B1-D249A03E0842}" dt="2021-05-20T18:47:12.856" v="2395" actId="27636"/>
        <pc:sldMkLst>
          <pc:docMk/>
          <pc:sldMk cId="3573748810" sldId="264"/>
        </pc:sldMkLst>
      </pc:sldChg>
      <pc:sldChg chg="modSp add mod">
        <pc:chgData name="Filipe Mutz" userId="3fc1660b9a1c200e" providerId="LiveId" clId="{B0A379AF-A94A-41D3-A9B1-D249A03E0842}" dt="2021-05-20T19:04:50.624" v="2979" actId="14100"/>
        <pc:sldMkLst>
          <pc:docMk/>
          <pc:sldMk cId="63663948" sldId="265"/>
        </pc:sldMkLst>
      </pc:sldChg>
      <pc:sldChg chg="modSp new add del mod">
        <pc:chgData name="Filipe Mutz" userId="3fc1660b9a1c200e" providerId="LiveId" clId="{B0A379AF-A94A-41D3-A9B1-D249A03E0842}" dt="2021-05-20T18:55:34.025" v="2757" actId="1076"/>
        <pc:sldMkLst>
          <pc:docMk/>
          <pc:sldMk cId="2360486310" sldId="266"/>
        </pc:sldMkLst>
      </pc:sldChg>
      <pc:sldChg chg="modSp add mod">
        <pc:chgData name="Filipe Mutz" userId="3fc1660b9a1c200e" providerId="LiveId" clId="{B0A379AF-A94A-41D3-A9B1-D249A03E0842}" dt="2021-05-20T18:59:05.609" v="2857" actId="27636"/>
        <pc:sldMkLst>
          <pc:docMk/>
          <pc:sldMk cId="2789677649" sldId="267"/>
        </pc:sldMkLst>
      </pc:sldChg>
      <pc:sldChg chg="addSp delSp modSp new mod">
        <pc:chgData name="Filipe Mutz" userId="3fc1660b9a1c200e" providerId="LiveId" clId="{B0A379AF-A94A-41D3-A9B1-D249A03E0842}" dt="2021-05-20T19:04:20.845" v="2974" actId="404"/>
        <pc:sldMkLst>
          <pc:docMk/>
          <pc:sldMk cId="500120494" sldId="268"/>
        </pc:sldMkLst>
      </pc:sldChg>
      <pc:sldChg chg="addSp delSp modSp new mod ord">
        <pc:chgData name="Filipe Mutz" userId="3fc1660b9a1c200e" providerId="LiveId" clId="{B0A379AF-A94A-41D3-A9B1-D249A03E0842}" dt="2021-05-21T02:23:19.324" v="3070" actId="403"/>
        <pc:sldMkLst>
          <pc:docMk/>
          <pc:sldMk cId="3728493433" sldId="269"/>
        </pc:sldMkLst>
      </pc:sldChg>
      <pc:sldChg chg="addSp modSp new mod">
        <pc:chgData name="Filipe Mutz" userId="3fc1660b9a1c200e" providerId="LiveId" clId="{B0A379AF-A94A-41D3-A9B1-D249A03E0842}" dt="2021-05-21T02:23:39.050" v="3076" actId="1076"/>
        <pc:sldMkLst>
          <pc:docMk/>
          <pc:sldMk cId="842656534" sldId="270"/>
        </pc:sldMkLst>
      </pc:sldChg>
      <pc:sldChg chg="new del">
        <pc:chgData name="Filipe Mutz" userId="3fc1660b9a1c200e" providerId="LiveId" clId="{B0A379AF-A94A-41D3-A9B1-D249A03E0842}" dt="2021-05-20T19:22:43.191" v="2992" actId="47"/>
        <pc:sldMkLst>
          <pc:docMk/>
          <pc:sldMk cId="488703322" sldId="271"/>
        </pc:sldMkLst>
      </pc:sldChg>
      <pc:sldChg chg="add">
        <pc:chgData name="Filipe Mutz" userId="3fc1660b9a1c200e" providerId="LiveId" clId="{B0A379AF-A94A-41D3-A9B1-D249A03E0842}" dt="2021-05-20T20:10:17.293" v="2993"/>
        <pc:sldMkLst>
          <pc:docMk/>
          <pc:sldMk cId="3927453488" sldId="275"/>
        </pc:sldMkLst>
      </pc:sldChg>
      <pc:sldChg chg="add">
        <pc:chgData name="Filipe Mutz" userId="3fc1660b9a1c200e" providerId="LiveId" clId="{B0A379AF-A94A-41D3-A9B1-D249A03E0842}" dt="2021-05-20T20:10:17.293" v="2993"/>
        <pc:sldMkLst>
          <pc:docMk/>
          <pc:sldMk cId="1964053469" sldId="297"/>
        </pc:sldMkLst>
      </pc:sldChg>
      <pc:sldChg chg="add ord">
        <pc:chgData name="Filipe Mutz" userId="3fc1660b9a1c200e" providerId="LiveId" clId="{B0A379AF-A94A-41D3-A9B1-D249A03E0842}" dt="2021-05-20T20:12:03.312" v="3048"/>
        <pc:sldMkLst>
          <pc:docMk/>
          <pc:sldMk cId="2646411642" sldId="298"/>
        </pc:sldMkLst>
      </pc:sldChg>
      <pc:sldChg chg="add">
        <pc:chgData name="Filipe Mutz" userId="3fc1660b9a1c200e" providerId="LiveId" clId="{B0A379AF-A94A-41D3-A9B1-D249A03E0842}" dt="2021-05-20T20:10:17.293" v="2993"/>
        <pc:sldMkLst>
          <pc:docMk/>
          <pc:sldMk cId="1402604547" sldId="299"/>
        </pc:sldMkLst>
      </pc:sldChg>
      <pc:sldChg chg="add">
        <pc:chgData name="Filipe Mutz" userId="3fc1660b9a1c200e" providerId="LiveId" clId="{B0A379AF-A94A-41D3-A9B1-D249A03E0842}" dt="2021-05-20T20:11:39.630" v="3046"/>
        <pc:sldMkLst>
          <pc:docMk/>
          <pc:sldMk cId="3818180101" sldId="300"/>
        </pc:sldMkLst>
      </pc:sldChg>
      <pc:sldChg chg="add">
        <pc:chgData name="Filipe Mutz" userId="3fc1660b9a1c200e" providerId="LiveId" clId="{B0A379AF-A94A-41D3-A9B1-D249A03E0842}" dt="2021-05-20T20:10:17.293" v="2993"/>
        <pc:sldMkLst>
          <pc:docMk/>
          <pc:sldMk cId="691723100" sldId="301"/>
        </pc:sldMkLst>
      </pc:sldChg>
      <pc:sldChg chg="add">
        <pc:chgData name="Filipe Mutz" userId="3fc1660b9a1c200e" providerId="LiveId" clId="{B0A379AF-A94A-41D3-A9B1-D249A03E0842}" dt="2021-05-20T20:10:17.293" v="2993"/>
        <pc:sldMkLst>
          <pc:docMk/>
          <pc:sldMk cId="261841734" sldId="302"/>
        </pc:sldMkLst>
      </pc:sldChg>
      <pc:sldChg chg="modSp add mod">
        <pc:chgData name="Filipe Mutz" userId="3fc1660b9a1c200e" providerId="LiveId" clId="{B0A379AF-A94A-41D3-A9B1-D249A03E0842}" dt="2021-05-20T23:13:00.773" v="3063" actId="20577"/>
        <pc:sldMkLst>
          <pc:docMk/>
          <pc:sldMk cId="3499622033" sldId="303"/>
        </pc:sldMkLst>
      </pc:sldChg>
      <pc:sldChg chg="modSp add mod">
        <pc:chgData name="Filipe Mutz" userId="3fc1660b9a1c200e" providerId="LiveId" clId="{B0A379AF-A94A-41D3-A9B1-D249A03E0842}" dt="2021-05-20T20:14:56.390" v="3060" actId="1076"/>
        <pc:sldMkLst>
          <pc:docMk/>
          <pc:sldMk cId="4287952427" sldId="304"/>
        </pc:sldMkLst>
      </pc:sldChg>
      <pc:sldChg chg="add">
        <pc:chgData name="Filipe Mutz" userId="3fc1660b9a1c200e" providerId="LiveId" clId="{B0A379AF-A94A-41D3-A9B1-D249A03E0842}" dt="2021-05-20T20:10:17.293" v="2993"/>
        <pc:sldMkLst>
          <pc:docMk/>
          <pc:sldMk cId="3205498156" sldId="305"/>
        </pc:sldMkLst>
      </pc:sldChg>
      <pc:sldChg chg="add">
        <pc:chgData name="Filipe Mutz" userId="3fc1660b9a1c200e" providerId="LiveId" clId="{B0A379AF-A94A-41D3-A9B1-D249A03E0842}" dt="2021-05-20T20:10:17.293" v="2993"/>
        <pc:sldMkLst>
          <pc:docMk/>
          <pc:sldMk cId="1821337520" sldId="306"/>
        </pc:sldMkLst>
      </pc:sldChg>
      <pc:sldChg chg="add">
        <pc:chgData name="Filipe Mutz" userId="3fc1660b9a1c200e" providerId="LiveId" clId="{B0A379AF-A94A-41D3-A9B1-D249A03E0842}" dt="2021-05-20T20:10:17.293" v="2993"/>
        <pc:sldMkLst>
          <pc:docMk/>
          <pc:sldMk cId="2055748694" sldId="307"/>
        </pc:sldMkLst>
      </pc:sldChg>
      <pc:sldChg chg="add">
        <pc:chgData name="Filipe Mutz" userId="3fc1660b9a1c200e" providerId="LiveId" clId="{B0A379AF-A94A-41D3-A9B1-D249A03E0842}" dt="2021-05-20T20:10:17.293" v="2993"/>
        <pc:sldMkLst>
          <pc:docMk/>
          <pc:sldMk cId="639692804" sldId="308"/>
        </pc:sldMkLst>
      </pc:sldChg>
      <pc:sldChg chg="add">
        <pc:chgData name="Filipe Mutz" userId="3fc1660b9a1c200e" providerId="LiveId" clId="{B0A379AF-A94A-41D3-A9B1-D249A03E0842}" dt="2021-05-20T20:10:17.293" v="2993"/>
        <pc:sldMkLst>
          <pc:docMk/>
          <pc:sldMk cId="3932044113" sldId="309"/>
        </pc:sldMkLst>
      </pc:sldChg>
      <pc:sldChg chg="add">
        <pc:chgData name="Filipe Mutz" userId="3fc1660b9a1c200e" providerId="LiveId" clId="{B0A379AF-A94A-41D3-A9B1-D249A03E0842}" dt="2021-05-20T20:10:17.293" v="2993"/>
        <pc:sldMkLst>
          <pc:docMk/>
          <pc:sldMk cId="83975681" sldId="310"/>
        </pc:sldMkLst>
      </pc:sldChg>
      <pc:sldChg chg="add">
        <pc:chgData name="Filipe Mutz" userId="3fc1660b9a1c200e" providerId="LiveId" clId="{B0A379AF-A94A-41D3-A9B1-D249A03E0842}" dt="2021-05-20T20:10:17.293" v="2993"/>
        <pc:sldMkLst>
          <pc:docMk/>
          <pc:sldMk cId="3552491083" sldId="311"/>
        </pc:sldMkLst>
      </pc:sldChg>
      <pc:sldChg chg="add">
        <pc:chgData name="Filipe Mutz" userId="3fc1660b9a1c200e" providerId="LiveId" clId="{B0A379AF-A94A-41D3-A9B1-D249A03E0842}" dt="2021-05-20T20:10:17.293" v="2993"/>
        <pc:sldMkLst>
          <pc:docMk/>
          <pc:sldMk cId="1798360284" sldId="312"/>
        </pc:sldMkLst>
      </pc:sldChg>
      <pc:sldChg chg="add">
        <pc:chgData name="Filipe Mutz" userId="3fc1660b9a1c200e" providerId="LiveId" clId="{B0A379AF-A94A-41D3-A9B1-D249A03E0842}" dt="2021-05-20T20:10:17.293" v="2993"/>
        <pc:sldMkLst>
          <pc:docMk/>
          <pc:sldMk cId="628343524" sldId="313"/>
        </pc:sldMkLst>
      </pc:sldChg>
      <pc:sldChg chg="delSp modSp new mod">
        <pc:chgData name="Filipe Mutz" userId="3fc1660b9a1c200e" providerId="LiveId" clId="{B0A379AF-A94A-41D3-A9B1-D249A03E0842}" dt="2021-05-20T20:11:12.166" v="3045" actId="1076"/>
        <pc:sldMkLst>
          <pc:docMk/>
          <pc:sldMk cId="4037928628" sldId="314"/>
        </pc:sldMkLst>
      </pc:sldChg>
      <pc:sldChg chg="add">
        <pc:chgData name="Filipe Mutz" userId="3fc1660b9a1c200e" providerId="LiveId" clId="{B0A379AF-A94A-41D3-A9B1-D249A03E0842}" dt="2021-05-20T20:11:39.630" v="3046"/>
        <pc:sldMkLst>
          <pc:docMk/>
          <pc:sldMk cId="2179075198" sldId="315"/>
        </pc:sldMkLst>
      </pc:sldChg>
      <pc:sldChg chg="addSp modSp new mod">
        <pc:chgData name="Filipe Mutz" userId="3fc1660b9a1c200e" providerId="LiveId" clId="{B0A379AF-A94A-41D3-A9B1-D249A03E0842}" dt="2021-05-20T20:14:08.245" v="3055" actId="1076"/>
        <pc:sldMkLst>
          <pc:docMk/>
          <pc:sldMk cId="3944105796" sldId="316"/>
        </pc:sldMkLst>
      </pc:sldChg>
    </pc:docChg>
  </pc:docChgLst>
  <pc:docChgLst>
    <pc:chgData name="Filipe Mutz" userId="3fc1660b9a1c200e" providerId="Windows Live" clId="Web-{2012D405-7703-488F-8E3B-09CC44971799}"/>
    <pc:docChg chg="modSld">
      <pc:chgData name="Filipe Mutz" userId="3fc1660b9a1c200e" providerId="Windows Live" clId="Web-{2012D405-7703-488F-8E3B-09CC44971799}" dt="2025-03-13T20:50:50.422" v="2" actId="20577"/>
      <pc:docMkLst>
        <pc:docMk/>
      </pc:docMkLst>
      <pc:sldChg chg="modSp">
        <pc:chgData name="Filipe Mutz" userId="3fc1660b9a1c200e" providerId="Windows Live" clId="Web-{2012D405-7703-488F-8E3B-09CC44971799}" dt="2025-03-13T20:50:50.422" v="2" actId="20577"/>
        <pc:sldMkLst>
          <pc:docMk/>
          <pc:sldMk cId="2269852383" sldId="257"/>
        </pc:sldMkLst>
      </pc:sldChg>
    </pc:docChg>
  </pc:docChgLst>
  <pc:docChgLst>
    <pc:chgData name="Filipe Mutz" userId="3fc1660b9a1c200e" providerId="LiveId" clId="{AA0B8682-5209-46C4-9E14-C91DAA5EC6A6}"/>
    <pc:docChg chg="undo redo custSel addSld delSld modSld sldOrd modMainMaster">
      <pc:chgData name="Filipe Mutz" userId="3fc1660b9a1c200e" providerId="LiveId" clId="{AA0B8682-5209-46C4-9E14-C91DAA5EC6A6}" dt="2025-04-22T23:41:39.963" v="2160" actId="20577"/>
      <pc:docMkLst>
        <pc:docMk/>
      </pc:docMkLst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3798064362" sldId="261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4271473740" sldId="280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135035612" sldId="292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811496582" sldId="294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1450825732" sldId="295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3391337105" sldId="296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646411642" sldId="298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3818180101" sldId="300"/>
        </pc:sldMkLst>
      </pc:sldChg>
      <pc:sldChg chg="modSp mod">
        <pc:chgData name="Filipe Mutz" userId="3fc1660b9a1c200e" providerId="LiveId" clId="{AA0B8682-5209-46C4-9E14-C91DAA5EC6A6}" dt="2025-04-22T23:36:54.753" v="1987" actId="14100"/>
        <pc:sldMkLst>
          <pc:docMk/>
          <pc:sldMk cId="4175416450" sldId="328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871668674" sldId="332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1336455688" sldId="334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22717267" sldId="335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3775231602" sldId="336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20804805" sldId="337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935168088" sldId="339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3018544356" sldId="340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1586646604" sldId="341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3950942045" sldId="343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1561180483" sldId="344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4137692985" sldId="346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333533921" sldId="349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102136041" sldId="351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1187129091" sldId="355"/>
        </pc:sldMkLst>
      </pc:sldChg>
      <pc:sldChg chg="addSp modSp mod">
        <pc:chgData name="Filipe Mutz" userId="3fc1660b9a1c200e" providerId="LiveId" clId="{AA0B8682-5209-46C4-9E14-C91DAA5EC6A6}" dt="2025-04-22T22:43:48.006" v="1543" actId="1076"/>
        <pc:sldMkLst>
          <pc:docMk/>
          <pc:sldMk cId="1827800760" sldId="357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3361354328" sldId="358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3957192221" sldId="359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529399522" sldId="360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931546512" sldId="361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1819794088" sldId="362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639318437" sldId="363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865525171" sldId="366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3613597583" sldId="367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1949740316" sldId="369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3275565156" sldId="370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1430497576" sldId="371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1782599236" sldId="372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120871178" sldId="373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1908291975" sldId="374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3994290457" sldId="376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3865218343" sldId="377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1520689250" sldId="378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1007378012" sldId="380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178511146" sldId="382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702416301" sldId="384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3177145936" sldId="385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4161288509" sldId="387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659427783" sldId="390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4139086817" sldId="391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1394920167" sldId="393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55104315" sldId="395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573923553" sldId="405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901240499" sldId="406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3144255771" sldId="407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500539002" sldId="408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969150407" sldId="409"/>
        </pc:sldMkLst>
        <pc:spChg chg="mod">
          <ac:chgData name="Filipe Mutz" userId="3fc1660b9a1c200e" providerId="LiveId" clId="{AA0B8682-5209-46C4-9E14-C91DAA5EC6A6}" dt="2025-04-22T16:44:11.658" v="403" actId="790"/>
          <ac:spMkLst>
            <pc:docMk/>
            <pc:sldMk cId="2969150407" sldId="409"/>
            <ac:spMk id="2" creationId="{22055815-AE3F-FC4F-6655-E650736698EA}"/>
          </ac:spMkLst>
        </pc:spChg>
        <pc:spChg chg="mod">
          <ac:chgData name="Filipe Mutz" userId="3fc1660b9a1c200e" providerId="LiveId" clId="{AA0B8682-5209-46C4-9E14-C91DAA5EC6A6}" dt="2025-04-22T16:44:11.658" v="403" actId="790"/>
          <ac:spMkLst>
            <pc:docMk/>
            <pc:sldMk cId="2969150407" sldId="409"/>
            <ac:spMk id="5" creationId="{9866D0DA-D6E7-81CF-F429-ED597DF3047F}"/>
          </ac:spMkLst>
        </pc:spChg>
        <pc:spChg chg="mod">
          <ac:chgData name="Filipe Mutz" userId="3fc1660b9a1c200e" providerId="LiveId" clId="{AA0B8682-5209-46C4-9E14-C91DAA5EC6A6}" dt="2025-04-22T16:44:11.658" v="403" actId="790"/>
          <ac:spMkLst>
            <pc:docMk/>
            <pc:sldMk cId="2969150407" sldId="409"/>
            <ac:spMk id="6" creationId="{516F295D-5D20-B440-78E3-E8D5F8ACBE93}"/>
          </ac:spMkLst>
        </pc:spChg>
        <pc:spChg chg="mod">
          <ac:chgData name="Filipe Mutz" userId="3fc1660b9a1c200e" providerId="LiveId" clId="{AA0B8682-5209-46C4-9E14-C91DAA5EC6A6}" dt="2025-04-22T16:44:11.658" v="403" actId="790"/>
          <ac:spMkLst>
            <pc:docMk/>
            <pc:sldMk cId="2969150407" sldId="409"/>
            <ac:spMk id="8" creationId="{CFA6006B-7473-28E5-FA5F-70BBB7E78A4D}"/>
          </ac:spMkLst>
        </pc:spChg>
      </pc:sldChg>
      <pc:sldChg chg="addSp delSp modSp mod">
        <pc:chgData name="Filipe Mutz" userId="3fc1660b9a1c200e" providerId="LiveId" clId="{AA0B8682-5209-46C4-9E14-C91DAA5EC6A6}" dt="2025-04-22T20:51:41.942" v="631" actId="404"/>
        <pc:sldMkLst>
          <pc:docMk/>
          <pc:sldMk cId="2164952720" sldId="410"/>
        </pc:sldMkLst>
      </pc:sldChg>
      <pc:sldChg chg="addSp modSp mod">
        <pc:chgData name="Filipe Mutz" userId="3fc1660b9a1c200e" providerId="LiveId" clId="{AA0B8682-5209-46C4-9E14-C91DAA5EC6A6}" dt="2025-04-22T22:48:21.694" v="1669" actId="732"/>
        <pc:sldMkLst>
          <pc:docMk/>
          <pc:sldMk cId="1262577464" sldId="411"/>
        </pc:sldMkLst>
      </pc:sldChg>
      <pc:sldChg chg="del">
        <pc:chgData name="Filipe Mutz" userId="3fc1660b9a1c200e" providerId="LiveId" clId="{AA0B8682-5209-46C4-9E14-C91DAA5EC6A6}" dt="2025-04-22T22:47:48.918" v="1662" actId="47"/>
        <pc:sldMkLst>
          <pc:docMk/>
          <pc:sldMk cId="3838928381" sldId="412"/>
        </pc:sldMkLst>
      </pc:sldChg>
      <pc:sldChg chg="addSp modSp del mod">
        <pc:chgData name="Filipe Mutz" userId="3fc1660b9a1c200e" providerId="LiveId" clId="{AA0B8682-5209-46C4-9E14-C91DAA5EC6A6}" dt="2025-04-22T23:36:43.481" v="1986" actId="47"/>
        <pc:sldMkLst>
          <pc:docMk/>
          <pc:sldMk cId="3388404726" sldId="413"/>
        </pc:sldMkLst>
      </pc:sldChg>
      <pc:sldChg chg="del">
        <pc:chgData name="Filipe Mutz" userId="3fc1660b9a1c200e" providerId="LiveId" clId="{AA0B8682-5209-46C4-9E14-C91DAA5EC6A6}" dt="2025-04-22T23:24:50.041" v="1844" actId="47"/>
        <pc:sldMkLst>
          <pc:docMk/>
          <pc:sldMk cId="163776040" sldId="414"/>
        </pc:sldMkLst>
      </pc:sldChg>
      <pc:sldChg chg="modSp del mod">
        <pc:chgData name="Filipe Mutz" userId="3fc1660b9a1c200e" providerId="LiveId" clId="{AA0B8682-5209-46C4-9E14-C91DAA5EC6A6}" dt="2025-04-22T23:24:50.041" v="1844" actId="47"/>
        <pc:sldMkLst>
          <pc:docMk/>
          <pc:sldMk cId="1318890686" sldId="416"/>
        </pc:sldMkLst>
      </pc:sldChg>
      <pc:sldChg chg="del ord">
        <pc:chgData name="Filipe Mutz" userId="3fc1660b9a1c200e" providerId="LiveId" clId="{AA0B8682-5209-46C4-9E14-C91DAA5EC6A6}" dt="2025-04-22T22:47:48.918" v="1662" actId="47"/>
        <pc:sldMkLst>
          <pc:docMk/>
          <pc:sldMk cId="4217739244" sldId="417"/>
        </pc:sldMkLst>
      </pc:sldChg>
      <pc:sldChg chg="modSp del mod">
        <pc:chgData name="Filipe Mutz" userId="3fc1660b9a1c200e" providerId="LiveId" clId="{AA0B8682-5209-46C4-9E14-C91DAA5EC6A6}" dt="2025-04-22T23:24:50.041" v="1844" actId="47"/>
        <pc:sldMkLst>
          <pc:docMk/>
          <pc:sldMk cId="2823788458" sldId="418"/>
        </pc:sldMkLst>
      </pc:sldChg>
      <pc:sldChg chg="modSp del mod">
        <pc:chgData name="Filipe Mutz" userId="3fc1660b9a1c200e" providerId="LiveId" clId="{AA0B8682-5209-46C4-9E14-C91DAA5EC6A6}" dt="2025-04-22T23:24:50.041" v="1844" actId="47"/>
        <pc:sldMkLst>
          <pc:docMk/>
          <pc:sldMk cId="2344903368" sldId="419"/>
        </pc:sldMkLst>
      </pc:sldChg>
      <pc:sldChg chg="modSp mod">
        <pc:chgData name="Filipe Mutz" userId="3fc1660b9a1c200e" providerId="LiveId" clId="{AA0B8682-5209-46C4-9E14-C91DAA5EC6A6}" dt="2025-04-22T16:44:11.658" v="403" actId="790"/>
        <pc:sldMkLst>
          <pc:docMk/>
          <pc:sldMk cId="274132954" sldId="421"/>
        </pc:sldMkLst>
      </pc:sldChg>
      <pc:sldChg chg="modSp del mod">
        <pc:chgData name="Filipe Mutz" userId="3fc1660b9a1c200e" providerId="LiveId" clId="{AA0B8682-5209-46C4-9E14-C91DAA5EC6A6}" dt="2025-04-22T23:24:50.041" v="1844" actId="47"/>
        <pc:sldMkLst>
          <pc:docMk/>
          <pc:sldMk cId="2327407595" sldId="422"/>
        </pc:sldMkLst>
      </pc:sldChg>
      <pc:sldChg chg="modSp del mod">
        <pc:chgData name="Filipe Mutz" userId="3fc1660b9a1c200e" providerId="LiveId" clId="{AA0B8682-5209-46C4-9E14-C91DAA5EC6A6}" dt="2025-04-22T23:24:50.041" v="1844" actId="47"/>
        <pc:sldMkLst>
          <pc:docMk/>
          <pc:sldMk cId="3091122091" sldId="423"/>
        </pc:sldMkLst>
      </pc:sldChg>
      <pc:sldChg chg="addSp delSp modSp new mod">
        <pc:chgData name="Filipe Mutz" userId="3fc1660b9a1c200e" providerId="LiveId" clId="{AA0B8682-5209-46C4-9E14-C91DAA5EC6A6}" dt="2025-04-22T20:51:52.086" v="632" actId="404"/>
        <pc:sldMkLst>
          <pc:docMk/>
          <pc:sldMk cId="3110044605" sldId="424"/>
        </pc:sldMkLst>
      </pc:sldChg>
      <pc:sldChg chg="addSp delSp modSp new mod">
        <pc:chgData name="Filipe Mutz" userId="3fc1660b9a1c200e" providerId="LiveId" clId="{AA0B8682-5209-46C4-9E14-C91DAA5EC6A6}" dt="2025-04-22T22:17:47.744" v="1369" actId="1076"/>
        <pc:sldMkLst>
          <pc:docMk/>
          <pc:sldMk cId="1837056146" sldId="425"/>
        </pc:sldMkLst>
      </pc:sldChg>
      <pc:sldChg chg="addSp delSp modSp add mod modNotesTx">
        <pc:chgData name="Filipe Mutz" userId="3fc1660b9a1c200e" providerId="LiveId" clId="{AA0B8682-5209-46C4-9E14-C91DAA5EC6A6}" dt="2025-04-22T21:57:11.755" v="833" actId="120"/>
        <pc:sldMkLst>
          <pc:docMk/>
          <pc:sldMk cId="3984327654" sldId="426"/>
        </pc:sldMkLst>
      </pc:sldChg>
      <pc:sldChg chg="addSp delSp modSp new mod">
        <pc:chgData name="Filipe Mutz" userId="3fc1660b9a1c200e" providerId="LiveId" clId="{AA0B8682-5209-46C4-9E14-C91DAA5EC6A6}" dt="2025-04-22T22:03:22.718" v="1086" actId="1076"/>
        <pc:sldMkLst>
          <pc:docMk/>
          <pc:sldMk cId="24139330" sldId="427"/>
        </pc:sldMkLst>
      </pc:sldChg>
      <pc:sldChg chg="addSp delSp modSp add mod">
        <pc:chgData name="Filipe Mutz" userId="3fc1660b9a1c200e" providerId="LiveId" clId="{AA0B8682-5209-46C4-9E14-C91DAA5EC6A6}" dt="2025-04-22T22:33:09.044" v="1433" actId="1076"/>
        <pc:sldMkLst>
          <pc:docMk/>
          <pc:sldMk cId="506114794" sldId="428"/>
        </pc:sldMkLst>
      </pc:sldChg>
      <pc:sldChg chg="addSp delSp modSp new mod modAnim">
        <pc:chgData name="Filipe Mutz" userId="3fc1660b9a1c200e" providerId="LiveId" clId="{AA0B8682-5209-46C4-9E14-C91DAA5EC6A6}" dt="2025-04-22T23:22:46.317" v="1796" actId="20577"/>
        <pc:sldMkLst>
          <pc:docMk/>
          <pc:sldMk cId="218950095" sldId="429"/>
        </pc:sldMkLst>
      </pc:sldChg>
      <pc:sldChg chg="add del">
        <pc:chgData name="Filipe Mutz" userId="3fc1660b9a1c200e" providerId="LiveId" clId="{AA0B8682-5209-46C4-9E14-C91DAA5EC6A6}" dt="2025-04-22T22:07:08.879" v="1093" actId="47"/>
        <pc:sldMkLst>
          <pc:docMk/>
          <pc:sldMk cId="2824899787" sldId="429"/>
        </pc:sldMkLst>
      </pc:sldChg>
      <pc:sldChg chg="addSp delSp modSp new mod modAnim">
        <pc:chgData name="Filipe Mutz" userId="3fc1660b9a1c200e" providerId="LiveId" clId="{AA0B8682-5209-46C4-9E14-C91DAA5EC6A6}" dt="2025-04-22T23:23:24.167" v="1814" actId="1076"/>
        <pc:sldMkLst>
          <pc:docMk/>
          <pc:sldMk cId="3258326333" sldId="430"/>
        </pc:sldMkLst>
      </pc:sldChg>
      <pc:sldChg chg="addSp delSp modSp new mod modAnim">
        <pc:chgData name="Filipe Mutz" userId="3fc1660b9a1c200e" providerId="LiveId" clId="{AA0B8682-5209-46C4-9E14-C91DAA5EC6A6}" dt="2025-04-22T23:23:53.762" v="1825" actId="20577"/>
        <pc:sldMkLst>
          <pc:docMk/>
          <pc:sldMk cId="4037213106" sldId="431"/>
        </pc:sldMkLst>
      </pc:sldChg>
      <pc:sldChg chg="addSp delSp modSp new mod modAnim">
        <pc:chgData name="Filipe Mutz" userId="3fc1660b9a1c200e" providerId="LiveId" clId="{AA0B8682-5209-46C4-9E14-C91DAA5EC6A6}" dt="2025-04-22T23:24:41.321" v="1843" actId="1076"/>
        <pc:sldMkLst>
          <pc:docMk/>
          <pc:sldMk cId="224943535" sldId="432"/>
        </pc:sldMkLst>
      </pc:sldChg>
      <pc:sldChg chg="addSp delSp modSp new del">
        <pc:chgData name="Filipe Mutz" userId="3fc1660b9a1c200e" providerId="LiveId" clId="{AA0B8682-5209-46C4-9E14-C91DAA5EC6A6}" dt="2025-04-22T23:26:46.266" v="1858" actId="680"/>
        <pc:sldMkLst>
          <pc:docMk/>
          <pc:sldMk cId="2209509727" sldId="433"/>
        </pc:sldMkLst>
      </pc:sldChg>
      <pc:sldChg chg="addSp delSp modSp new mod">
        <pc:chgData name="Filipe Mutz" userId="3fc1660b9a1c200e" providerId="LiveId" clId="{AA0B8682-5209-46C4-9E14-C91DAA5EC6A6}" dt="2025-04-22T23:36:34.989" v="1985" actId="1076"/>
        <pc:sldMkLst>
          <pc:docMk/>
          <pc:sldMk cId="4057028840" sldId="433"/>
        </pc:sldMkLst>
        <pc:spChg chg="mod ord">
          <ac:chgData name="Filipe Mutz" userId="3fc1660b9a1c200e" providerId="LiveId" clId="{AA0B8682-5209-46C4-9E14-C91DAA5EC6A6}" dt="2025-04-22T23:36:34.989" v="1985" actId="1076"/>
          <ac:spMkLst>
            <pc:docMk/>
            <pc:sldMk cId="4057028840" sldId="433"/>
            <ac:spMk id="2" creationId="{87B6A440-C0B7-1018-932F-313E6A8261EC}"/>
          </ac:spMkLst>
        </pc:spChg>
        <pc:spChg chg="add mod">
          <ac:chgData name="Filipe Mutz" userId="3fc1660b9a1c200e" providerId="LiveId" clId="{AA0B8682-5209-46C4-9E14-C91DAA5EC6A6}" dt="2025-04-22T23:36:22.836" v="1982" actId="1076"/>
          <ac:spMkLst>
            <pc:docMk/>
            <pc:sldMk cId="4057028840" sldId="433"/>
            <ac:spMk id="9" creationId="{E5A52BF3-016A-B09C-7095-18D14D494099}"/>
          </ac:spMkLst>
        </pc:spChg>
        <pc:picChg chg="add mod">
          <ac:chgData name="Filipe Mutz" userId="3fc1660b9a1c200e" providerId="LiveId" clId="{AA0B8682-5209-46C4-9E14-C91DAA5EC6A6}" dt="2025-04-22T23:35:21.079" v="1927" actId="1076"/>
          <ac:picMkLst>
            <pc:docMk/>
            <pc:sldMk cId="4057028840" sldId="433"/>
            <ac:picMk id="8" creationId="{ED86CA86-B13C-EDA7-DBCD-2BE6BA64F714}"/>
          </ac:picMkLst>
        </pc:picChg>
        <pc:picChg chg="add mod">
          <ac:chgData name="Filipe Mutz" userId="3fc1660b9a1c200e" providerId="LiveId" clId="{AA0B8682-5209-46C4-9E14-C91DAA5EC6A6}" dt="2025-04-22T23:35:57.293" v="1968" actId="1076"/>
          <ac:picMkLst>
            <pc:docMk/>
            <pc:sldMk cId="4057028840" sldId="433"/>
            <ac:picMk id="8198" creationId="{7B56098D-AE77-83DF-0014-E1024BBB34B0}"/>
          </ac:picMkLst>
        </pc:picChg>
      </pc:sldChg>
      <pc:sldChg chg="delSp new del mod">
        <pc:chgData name="Filipe Mutz" userId="3fc1660b9a1c200e" providerId="LiveId" clId="{AA0B8682-5209-46C4-9E14-C91DAA5EC6A6}" dt="2025-04-22T23:37:19.397" v="1991" actId="47"/>
        <pc:sldMkLst>
          <pc:docMk/>
          <pc:sldMk cId="2651788247" sldId="434"/>
        </pc:sldMkLst>
      </pc:sldChg>
      <pc:sldChg chg="addSp delSp modSp new mod">
        <pc:chgData name="Filipe Mutz" userId="3fc1660b9a1c200e" providerId="LiveId" clId="{AA0B8682-5209-46C4-9E14-C91DAA5EC6A6}" dt="2025-04-22T23:41:39.963" v="2160" actId="20577"/>
        <pc:sldMkLst>
          <pc:docMk/>
          <pc:sldMk cId="510599268" sldId="435"/>
        </pc:sldMkLst>
      </pc:sldChg>
      <pc:sldMasterChg chg="modSp mod modSldLayout">
        <pc:chgData name="Filipe Mutz" userId="3fc1660b9a1c200e" providerId="LiveId" clId="{AA0B8682-5209-46C4-9E14-C91DAA5EC6A6}" dt="2025-04-22T16:41:41.001" v="221" actId="14100"/>
        <pc:sldMasterMkLst>
          <pc:docMk/>
          <pc:sldMasterMk cId="3257942771" sldId="2147483744"/>
        </pc:sldMasterMkLst>
        <pc:spChg chg="mod">
          <ac:chgData name="Filipe Mutz" userId="3fc1660b9a1c200e" providerId="LiveId" clId="{AA0B8682-5209-46C4-9E14-C91DAA5EC6A6}" dt="2025-04-22T16:41:41.001" v="221" actId="14100"/>
          <ac:spMkLst>
            <pc:docMk/>
            <pc:sldMasterMk cId="3257942771" sldId="2147483744"/>
            <ac:spMk id="2" creationId="{78D9E208-2585-4E88-AE0A-733AC0CECB33}"/>
          </ac:spMkLst>
        </pc:spChg>
        <pc:spChg chg="mod">
          <ac:chgData name="Filipe Mutz" userId="3fc1660b9a1c200e" providerId="LiveId" clId="{AA0B8682-5209-46C4-9E14-C91DAA5EC6A6}" dt="2025-04-22T16:41:41.001" v="221" actId="14100"/>
          <ac:spMkLst>
            <pc:docMk/>
            <pc:sldMasterMk cId="3257942771" sldId="2147483744"/>
            <ac:spMk id="3" creationId="{8E5176E1-C4D2-4065-9A54-0C332C5D2C33}"/>
          </ac:spMkLst>
        </pc:spChg>
        <pc:sldLayoutChg chg="modSp mod">
          <pc:chgData name="Filipe Mutz" userId="3fc1660b9a1c200e" providerId="LiveId" clId="{AA0B8682-5209-46C4-9E14-C91DAA5EC6A6}" dt="2025-04-22T16:41:18.719" v="216" actId="14100"/>
          <pc:sldLayoutMkLst>
            <pc:docMk/>
            <pc:sldMasterMk cId="3257942771" sldId="2147483744"/>
            <pc:sldLayoutMk cId="1993333062" sldId="2147483746"/>
          </pc:sldLayoutMkLst>
          <pc:spChg chg="mod">
            <ac:chgData name="Filipe Mutz" userId="3fc1660b9a1c200e" providerId="LiveId" clId="{AA0B8682-5209-46C4-9E14-C91DAA5EC6A6}" dt="2025-04-22T16:41:18.719" v="216" actId="14100"/>
            <ac:spMkLst>
              <pc:docMk/>
              <pc:sldMasterMk cId="3257942771" sldId="2147483744"/>
              <pc:sldLayoutMk cId="1993333062" sldId="2147483746"/>
              <ac:spMk id="2" creationId="{5976431B-2DD5-4CD5-9FC9-2174F3EF6C2B}"/>
            </ac:spMkLst>
          </pc:spChg>
          <pc:spChg chg="mod">
            <ac:chgData name="Filipe Mutz" userId="3fc1660b9a1c200e" providerId="LiveId" clId="{AA0B8682-5209-46C4-9E14-C91DAA5EC6A6}" dt="2025-04-22T16:41:18.719" v="216" actId="14100"/>
            <ac:spMkLst>
              <pc:docMk/>
              <pc:sldMasterMk cId="3257942771" sldId="2147483744"/>
              <pc:sldLayoutMk cId="1993333062" sldId="2147483746"/>
              <ac:spMk id="3" creationId="{9DE6DDC7-EFA2-4DE8-9B51-9CBBB03A7379}"/>
            </ac:spMkLst>
          </pc:spChg>
        </pc:sldLayoutChg>
      </pc:sldMasterChg>
    </pc:docChg>
  </pc:docChgLst>
  <pc:docChgLst>
    <pc:chgData name="Filipe Mutz" userId="3fc1660b9a1c200e" providerId="Windows Live" clId="Web-{CF123C15-DE91-4F86-A491-AB5159BEC713}"/>
    <pc:docChg chg="addSld modSld">
      <pc:chgData name="Filipe Mutz" userId="3fc1660b9a1c200e" providerId="Windows Live" clId="Web-{CF123C15-DE91-4F86-A491-AB5159BEC713}" dt="2024-11-04T17:42:22.411" v="30"/>
      <pc:docMkLst>
        <pc:docMk/>
      </pc:docMkLst>
      <pc:sldChg chg="modSp">
        <pc:chgData name="Filipe Mutz" userId="3fc1660b9a1c200e" providerId="Windows Live" clId="Web-{CF123C15-DE91-4F86-A491-AB5159BEC713}" dt="2024-11-04T17:19:29.525" v="6" actId="20577"/>
        <pc:sldMkLst>
          <pc:docMk/>
          <pc:sldMk cId="2269852383" sldId="257"/>
        </pc:sldMkLst>
      </pc:sldChg>
      <pc:sldChg chg="addSp delSp modSp new">
        <pc:chgData name="Filipe Mutz" userId="3fc1660b9a1c200e" providerId="Windows Live" clId="Web-{CF123C15-DE91-4F86-A491-AB5159BEC713}" dt="2024-11-04T17:42:22.411" v="30"/>
        <pc:sldMkLst>
          <pc:docMk/>
          <pc:sldMk cId="612655354" sldId="388"/>
        </pc:sldMkLst>
      </pc:sldChg>
    </pc:docChg>
  </pc:docChgLst>
  <pc:docChgLst>
    <pc:chgData name="Filipe Mutz" userId="3fc1660b9a1c200e" providerId="Windows Live" clId="Web-{1A54B4AD-4531-4540-B5AF-D18AD8CA0263}"/>
    <pc:docChg chg="addSld delSld modSld sldOrd">
      <pc:chgData name="Filipe Mutz" userId="3fc1660b9a1c200e" providerId="Windows Live" clId="Web-{1A54B4AD-4531-4540-B5AF-D18AD8CA0263}" dt="2024-11-05T16:25:26.170" v="1321" actId="20577"/>
      <pc:docMkLst>
        <pc:docMk/>
      </pc:docMkLst>
      <pc:sldChg chg="modSp">
        <pc:chgData name="Filipe Mutz" userId="3fc1660b9a1c200e" providerId="Windows Live" clId="Web-{1A54B4AD-4531-4540-B5AF-D18AD8CA0263}" dt="2024-11-05T16:25:26.170" v="1321" actId="20577"/>
        <pc:sldMkLst>
          <pc:docMk/>
          <pc:sldMk cId="703990230" sldId="258"/>
        </pc:sldMkLst>
      </pc:sldChg>
      <pc:sldChg chg="del">
        <pc:chgData name="Filipe Mutz" userId="3fc1660b9a1c200e" providerId="Windows Live" clId="Web-{1A54B4AD-4531-4540-B5AF-D18AD8CA0263}" dt="2024-11-05T16:12:10.196" v="1227"/>
        <pc:sldMkLst>
          <pc:docMk/>
          <pc:sldMk cId="4292982638" sldId="303"/>
        </pc:sldMkLst>
      </pc:sldChg>
      <pc:sldChg chg="del">
        <pc:chgData name="Filipe Mutz" userId="3fc1660b9a1c200e" providerId="Windows Live" clId="Web-{1A54B4AD-4531-4540-B5AF-D18AD8CA0263}" dt="2024-11-05T16:12:31.150" v="1229"/>
        <pc:sldMkLst>
          <pc:docMk/>
          <pc:sldMk cId="1332051286" sldId="317"/>
        </pc:sldMkLst>
      </pc:sldChg>
      <pc:sldChg chg="del">
        <pc:chgData name="Filipe Mutz" userId="3fc1660b9a1c200e" providerId="Windows Live" clId="Web-{1A54B4AD-4531-4540-B5AF-D18AD8CA0263}" dt="2024-11-05T16:12:10.211" v="1228"/>
        <pc:sldMkLst>
          <pc:docMk/>
          <pc:sldMk cId="122442691" sldId="354"/>
        </pc:sldMkLst>
      </pc:sldChg>
      <pc:sldChg chg="modSp">
        <pc:chgData name="Filipe Mutz" userId="3fc1660b9a1c200e" providerId="Windows Live" clId="Web-{1A54B4AD-4531-4540-B5AF-D18AD8CA0263}" dt="2024-11-05T16:14:12.561" v="1231" actId="20577"/>
        <pc:sldMkLst>
          <pc:docMk/>
          <pc:sldMk cId="1908291975" sldId="374"/>
        </pc:sldMkLst>
      </pc:sldChg>
      <pc:sldChg chg="del">
        <pc:chgData name="Filipe Mutz" userId="3fc1660b9a1c200e" providerId="Windows Live" clId="Web-{1A54B4AD-4531-4540-B5AF-D18AD8CA0263}" dt="2024-11-05T16:15:27.127" v="1232"/>
        <pc:sldMkLst>
          <pc:docMk/>
          <pc:sldMk cId="3864079071" sldId="389"/>
        </pc:sldMkLst>
      </pc:sldChg>
      <pc:sldChg chg="modSp ord">
        <pc:chgData name="Filipe Mutz" userId="3fc1660b9a1c200e" providerId="Windows Live" clId="Web-{1A54B4AD-4531-4540-B5AF-D18AD8CA0263}" dt="2024-11-05T15:27:52.248" v="997" actId="20577"/>
        <pc:sldMkLst>
          <pc:docMk/>
          <pc:sldMk cId="2659427783" sldId="390"/>
        </pc:sldMkLst>
      </pc:sldChg>
      <pc:sldChg chg="del">
        <pc:chgData name="Filipe Mutz" userId="3fc1660b9a1c200e" providerId="Windows Live" clId="Web-{1A54B4AD-4531-4540-B5AF-D18AD8CA0263}" dt="2024-11-05T14:42:40.613" v="141"/>
        <pc:sldMkLst>
          <pc:docMk/>
          <pc:sldMk cId="1422966538" sldId="392"/>
        </pc:sldMkLst>
      </pc:sldChg>
      <pc:sldChg chg="modSp new">
        <pc:chgData name="Filipe Mutz" userId="3fc1660b9a1c200e" providerId="Windows Live" clId="Web-{1A54B4AD-4531-4540-B5AF-D18AD8CA0263}" dt="2024-11-05T16:24:21.870" v="1304" actId="20577"/>
        <pc:sldMkLst>
          <pc:docMk/>
          <pc:sldMk cId="255104315" sldId="395"/>
        </pc:sldMkLst>
      </pc:sldChg>
      <pc:sldChg chg="del">
        <pc:chgData name="Filipe Mutz" userId="3fc1660b9a1c200e" providerId="Windows Live" clId="Web-{1A54B4AD-4531-4540-B5AF-D18AD8CA0263}" dt="2024-11-05T14:38:05.258" v="0"/>
        <pc:sldMkLst>
          <pc:docMk/>
          <pc:sldMk cId="2002500344" sldId="395"/>
        </pc:sldMkLst>
      </pc:sldChg>
      <pc:sldChg chg="modSp new del">
        <pc:chgData name="Filipe Mutz" userId="3fc1660b9a1c200e" providerId="Windows Live" clId="Web-{1A54B4AD-4531-4540-B5AF-D18AD8CA0263}" dt="2024-11-05T16:20:29.625" v="1300"/>
        <pc:sldMkLst>
          <pc:docMk/>
          <pc:sldMk cId="1455246074" sldId="396"/>
        </pc:sldMkLst>
      </pc:sldChg>
      <pc:sldChg chg="modSp new del">
        <pc:chgData name="Filipe Mutz" userId="3fc1660b9a1c200e" providerId="Windows Live" clId="Web-{1A54B4AD-4531-4540-B5AF-D18AD8CA0263}" dt="2024-11-05T14:42:39.066" v="140"/>
        <pc:sldMkLst>
          <pc:docMk/>
          <pc:sldMk cId="3629974274" sldId="396"/>
        </pc:sldMkLst>
      </pc:sldChg>
      <pc:sldChg chg="addSp delSp modSp new">
        <pc:chgData name="Filipe Mutz" userId="3fc1660b9a1c200e" providerId="Windows Live" clId="Web-{1A54B4AD-4531-4540-B5AF-D18AD8CA0263}" dt="2024-11-05T15:34:32.359" v="1021" actId="1076"/>
        <pc:sldMkLst>
          <pc:docMk/>
          <pc:sldMk cId="1339970366" sldId="397"/>
        </pc:sldMkLst>
      </pc:sldChg>
      <pc:sldChg chg="addSp delSp modSp new">
        <pc:chgData name="Filipe Mutz" userId="3fc1660b9a1c200e" providerId="Windows Live" clId="Web-{1A54B4AD-4531-4540-B5AF-D18AD8CA0263}" dt="2024-11-05T15:31:51.149" v="1016" actId="1076"/>
        <pc:sldMkLst>
          <pc:docMk/>
          <pc:sldMk cId="2818918280" sldId="398"/>
        </pc:sldMkLst>
      </pc:sldChg>
      <pc:sldChg chg="addSp delSp modSp new">
        <pc:chgData name="Filipe Mutz" userId="3fc1660b9a1c200e" providerId="Windows Live" clId="Web-{1A54B4AD-4531-4540-B5AF-D18AD8CA0263}" dt="2024-11-05T15:47:27.347" v="1071" actId="14100"/>
        <pc:sldMkLst>
          <pc:docMk/>
          <pc:sldMk cId="2308853858" sldId="399"/>
        </pc:sldMkLst>
      </pc:sldChg>
      <pc:sldChg chg="addSp delSp modSp new">
        <pc:chgData name="Filipe Mutz" userId="3fc1660b9a1c200e" providerId="Windows Live" clId="Web-{1A54B4AD-4531-4540-B5AF-D18AD8CA0263}" dt="2024-11-05T15:46:53.721" v="1064" actId="1076"/>
        <pc:sldMkLst>
          <pc:docMk/>
          <pc:sldMk cId="3277423085" sldId="400"/>
        </pc:sldMkLst>
      </pc:sldChg>
      <pc:sldChg chg="new del">
        <pc:chgData name="Filipe Mutz" userId="3fc1660b9a1c200e" providerId="Windows Live" clId="Web-{1A54B4AD-4531-4540-B5AF-D18AD8CA0263}" dt="2024-11-05T15:51:30.468" v="1072"/>
        <pc:sldMkLst>
          <pc:docMk/>
          <pc:sldMk cId="3128893876" sldId="401"/>
        </pc:sldMkLst>
      </pc:sldChg>
      <pc:sldChg chg="addSp delSp modSp new">
        <pc:chgData name="Filipe Mutz" userId="3fc1660b9a1c200e" providerId="Windows Live" clId="Web-{1A54B4AD-4531-4540-B5AF-D18AD8CA0263}" dt="2024-11-05T15:46:44.627" v="1061" actId="1076"/>
        <pc:sldMkLst>
          <pc:docMk/>
          <pc:sldMk cId="3410704415" sldId="402"/>
        </pc:sldMkLst>
      </pc:sldChg>
      <pc:sldChg chg="addSp delSp modSp new">
        <pc:chgData name="Filipe Mutz" userId="3fc1660b9a1c200e" providerId="Windows Live" clId="Web-{1A54B4AD-4531-4540-B5AF-D18AD8CA0263}" dt="2024-11-05T16:00:48.540" v="1166" actId="20577"/>
        <pc:sldMkLst>
          <pc:docMk/>
          <pc:sldMk cId="261908081" sldId="403"/>
        </pc:sldMkLst>
      </pc:sldChg>
      <pc:sldChg chg="addSp delSp modSp new">
        <pc:chgData name="Filipe Mutz" userId="3fc1660b9a1c200e" providerId="Windows Live" clId="Web-{1A54B4AD-4531-4540-B5AF-D18AD8CA0263}" dt="2024-11-05T16:06:29.212" v="1226"/>
        <pc:sldMkLst>
          <pc:docMk/>
          <pc:sldMk cId="1612845214" sldId="404"/>
        </pc:sldMkLst>
      </pc:sldChg>
      <pc:sldChg chg="modSp add replId">
        <pc:chgData name="Filipe Mutz" userId="3fc1660b9a1c200e" providerId="Windows Live" clId="Web-{1A54B4AD-4531-4540-B5AF-D18AD8CA0263}" dt="2024-11-05T16:24:05.276" v="1301"/>
        <pc:sldMkLst>
          <pc:docMk/>
          <pc:sldMk cId="2573923553" sldId="405"/>
        </pc:sldMkLst>
      </pc:sldChg>
      <pc:sldChg chg="modSp add ord replId">
        <pc:chgData name="Filipe Mutz" userId="3fc1660b9a1c200e" providerId="Windows Live" clId="Web-{1A54B4AD-4531-4540-B5AF-D18AD8CA0263}" dt="2024-11-05T16:20:18.484" v="1299"/>
        <pc:sldMkLst>
          <pc:docMk/>
          <pc:sldMk cId="901240499" sldId="406"/>
        </pc:sldMkLst>
      </pc:sldChg>
      <pc:sldChg chg="modSp add replId">
        <pc:chgData name="Filipe Mutz" userId="3fc1660b9a1c200e" providerId="Windows Live" clId="Web-{1A54B4AD-4531-4540-B5AF-D18AD8CA0263}" dt="2024-11-05T16:18:08.462" v="1298" actId="20577"/>
        <pc:sldMkLst>
          <pc:docMk/>
          <pc:sldMk cId="3144255771" sldId="407"/>
        </pc:sldMkLst>
      </pc:sldChg>
    </pc:docChg>
  </pc:docChgLst>
  <pc:docChgLst>
    <pc:chgData name="Filipe Mutz" userId="3fc1660b9a1c200e" providerId="LiveId" clId="{8E3083A1-5394-4289-85AB-624FB8964526}"/>
    <pc:docChg chg="undo custSel modSld">
      <pc:chgData name="Filipe Mutz" userId="3fc1660b9a1c200e" providerId="LiveId" clId="{8E3083A1-5394-4289-85AB-624FB8964526}" dt="2021-05-19T01:22:52.667" v="21" actId="478"/>
      <pc:docMkLst>
        <pc:docMk/>
      </pc:docMkLst>
      <pc:sldChg chg="addSp delSp modSp mod">
        <pc:chgData name="Filipe Mutz" userId="3fc1660b9a1c200e" providerId="LiveId" clId="{8E3083A1-5394-4289-85AB-624FB8964526}" dt="2021-05-19T01:22:52.667" v="21" actId="478"/>
        <pc:sldMkLst>
          <pc:docMk/>
          <pc:sldMk cId="1585433276" sldId="257"/>
        </pc:sldMkLst>
      </pc:sldChg>
    </pc:docChg>
  </pc:docChgLst>
  <pc:docChgLst>
    <pc:chgData name="Filipe Mutz" userId="3fc1660b9a1c200e" providerId="LiveId" clId="{BE98CB02-A0A9-4224-BF5A-33201D77DEB0}"/>
    <pc:docChg chg="undo custSel addSld delSld modSld sldOrd">
      <pc:chgData name="Filipe Mutz" userId="3fc1660b9a1c200e" providerId="LiveId" clId="{BE98CB02-A0A9-4224-BF5A-33201D77DEB0}" dt="2025-04-23T02:54:43.578" v="1215" actId="1076"/>
      <pc:docMkLst>
        <pc:docMk/>
      </pc:docMkLst>
      <pc:sldChg chg="del">
        <pc:chgData name="Filipe Mutz" userId="3fc1660b9a1c200e" providerId="LiveId" clId="{BE98CB02-A0A9-4224-BF5A-33201D77DEB0}" dt="2025-04-17T19:02:06.695" v="29" actId="2696"/>
        <pc:sldMkLst>
          <pc:docMk/>
          <pc:sldMk cId="2269852383" sldId="257"/>
        </pc:sldMkLst>
      </pc:sldChg>
      <pc:sldChg chg="del">
        <pc:chgData name="Filipe Mutz" userId="3fc1660b9a1c200e" providerId="LiveId" clId="{BE98CB02-A0A9-4224-BF5A-33201D77DEB0}" dt="2025-04-17T19:01:10.082" v="15" actId="47"/>
        <pc:sldMkLst>
          <pc:docMk/>
          <pc:sldMk cId="703990230" sldId="258"/>
        </pc:sldMkLst>
      </pc:sldChg>
      <pc:sldChg chg="del">
        <pc:chgData name="Filipe Mutz" userId="3fc1660b9a1c200e" providerId="LiveId" clId="{BE98CB02-A0A9-4224-BF5A-33201D77DEB0}" dt="2025-04-17T19:06:21.656" v="30" actId="2696"/>
        <pc:sldMkLst>
          <pc:docMk/>
          <pc:sldMk cId="2861742274" sldId="259"/>
        </pc:sldMkLst>
      </pc:sldChg>
      <pc:sldChg chg="del">
        <pc:chgData name="Filipe Mutz" userId="3fc1660b9a1c200e" providerId="LiveId" clId="{BE98CB02-A0A9-4224-BF5A-33201D77DEB0}" dt="2025-04-17T19:06:21.656" v="30" actId="2696"/>
        <pc:sldMkLst>
          <pc:docMk/>
          <pc:sldMk cId="1321251395" sldId="260"/>
        </pc:sldMkLst>
      </pc:sldChg>
      <pc:sldChg chg="del">
        <pc:chgData name="Filipe Mutz" userId="3fc1660b9a1c200e" providerId="LiveId" clId="{BE98CB02-A0A9-4224-BF5A-33201D77DEB0}" dt="2025-04-17T19:06:21.656" v="30" actId="2696"/>
        <pc:sldMkLst>
          <pc:docMk/>
          <pc:sldMk cId="3296710484" sldId="318"/>
        </pc:sldMkLst>
      </pc:sldChg>
      <pc:sldChg chg="del">
        <pc:chgData name="Filipe Mutz" userId="3fc1660b9a1c200e" providerId="LiveId" clId="{BE98CB02-A0A9-4224-BF5A-33201D77DEB0}" dt="2025-04-17T19:06:21.656" v="30" actId="2696"/>
        <pc:sldMkLst>
          <pc:docMk/>
          <pc:sldMk cId="3124385902" sldId="319"/>
        </pc:sldMkLst>
      </pc:sldChg>
      <pc:sldChg chg="del">
        <pc:chgData name="Filipe Mutz" userId="3fc1660b9a1c200e" providerId="LiveId" clId="{BE98CB02-A0A9-4224-BF5A-33201D77DEB0}" dt="2025-04-17T19:11:48.101" v="31" actId="47"/>
        <pc:sldMkLst>
          <pc:docMk/>
          <pc:sldMk cId="1123656731" sldId="352"/>
        </pc:sldMkLst>
      </pc:sldChg>
      <pc:sldChg chg="del">
        <pc:chgData name="Filipe Mutz" userId="3fc1660b9a1c200e" providerId="LiveId" clId="{BE98CB02-A0A9-4224-BF5A-33201D77DEB0}" dt="2025-04-17T19:06:21.656" v="30" actId="2696"/>
        <pc:sldMkLst>
          <pc:docMk/>
          <pc:sldMk cId="1655192545" sldId="356"/>
        </pc:sldMkLst>
      </pc:sldChg>
      <pc:sldChg chg="addSp modSp mod">
        <pc:chgData name="Filipe Mutz" userId="3fc1660b9a1c200e" providerId="LiveId" clId="{BE98CB02-A0A9-4224-BF5A-33201D77DEB0}" dt="2025-04-23T02:25:21.178" v="773" actId="692"/>
        <pc:sldMkLst>
          <pc:docMk/>
          <pc:sldMk cId="1827800760" sldId="357"/>
        </pc:sldMkLst>
      </pc:sldChg>
      <pc:sldChg chg="del">
        <pc:chgData name="Filipe Mutz" userId="3fc1660b9a1c200e" providerId="LiveId" clId="{BE98CB02-A0A9-4224-BF5A-33201D77DEB0}" dt="2025-04-17T19:11:48.101" v="31" actId="47"/>
        <pc:sldMkLst>
          <pc:docMk/>
          <pc:sldMk cId="612655354" sldId="388"/>
        </pc:sldMkLst>
      </pc:sldChg>
      <pc:sldChg chg="del">
        <pc:chgData name="Filipe Mutz" userId="3fc1660b9a1c200e" providerId="LiveId" clId="{BE98CB02-A0A9-4224-BF5A-33201D77DEB0}" dt="2025-04-17T19:11:48.101" v="31" actId="47"/>
        <pc:sldMkLst>
          <pc:docMk/>
          <pc:sldMk cId="1339970366" sldId="397"/>
        </pc:sldMkLst>
      </pc:sldChg>
      <pc:sldChg chg="del">
        <pc:chgData name="Filipe Mutz" userId="3fc1660b9a1c200e" providerId="LiveId" clId="{BE98CB02-A0A9-4224-BF5A-33201D77DEB0}" dt="2025-04-17T19:11:48.101" v="31" actId="47"/>
        <pc:sldMkLst>
          <pc:docMk/>
          <pc:sldMk cId="2818918280" sldId="398"/>
        </pc:sldMkLst>
      </pc:sldChg>
      <pc:sldChg chg="del">
        <pc:chgData name="Filipe Mutz" userId="3fc1660b9a1c200e" providerId="LiveId" clId="{BE98CB02-A0A9-4224-BF5A-33201D77DEB0}" dt="2025-04-17T19:11:48.101" v="31" actId="47"/>
        <pc:sldMkLst>
          <pc:docMk/>
          <pc:sldMk cId="2308853858" sldId="399"/>
        </pc:sldMkLst>
      </pc:sldChg>
      <pc:sldChg chg="del">
        <pc:chgData name="Filipe Mutz" userId="3fc1660b9a1c200e" providerId="LiveId" clId="{BE98CB02-A0A9-4224-BF5A-33201D77DEB0}" dt="2025-04-17T19:11:48.101" v="31" actId="47"/>
        <pc:sldMkLst>
          <pc:docMk/>
          <pc:sldMk cId="3277423085" sldId="400"/>
        </pc:sldMkLst>
      </pc:sldChg>
      <pc:sldChg chg="del">
        <pc:chgData name="Filipe Mutz" userId="3fc1660b9a1c200e" providerId="LiveId" clId="{BE98CB02-A0A9-4224-BF5A-33201D77DEB0}" dt="2025-04-17T19:11:48.101" v="31" actId="47"/>
        <pc:sldMkLst>
          <pc:docMk/>
          <pc:sldMk cId="3410704415" sldId="402"/>
        </pc:sldMkLst>
      </pc:sldChg>
      <pc:sldChg chg="del">
        <pc:chgData name="Filipe Mutz" userId="3fc1660b9a1c200e" providerId="LiveId" clId="{BE98CB02-A0A9-4224-BF5A-33201D77DEB0}" dt="2025-04-17T19:11:48.101" v="31" actId="47"/>
        <pc:sldMkLst>
          <pc:docMk/>
          <pc:sldMk cId="261908081" sldId="403"/>
        </pc:sldMkLst>
      </pc:sldChg>
      <pc:sldChg chg="del">
        <pc:chgData name="Filipe Mutz" userId="3fc1660b9a1c200e" providerId="LiveId" clId="{BE98CB02-A0A9-4224-BF5A-33201D77DEB0}" dt="2025-04-17T19:11:48.101" v="31" actId="47"/>
        <pc:sldMkLst>
          <pc:docMk/>
          <pc:sldMk cId="1612845214" sldId="404"/>
        </pc:sldMkLst>
      </pc:sldChg>
      <pc:sldChg chg="modSp add mod">
        <pc:chgData name="Filipe Mutz" userId="3fc1660b9a1c200e" providerId="LiveId" clId="{BE98CB02-A0A9-4224-BF5A-33201D77DEB0}" dt="2025-04-17T19:01:20.111" v="28" actId="20577"/>
        <pc:sldMkLst>
          <pc:docMk/>
          <pc:sldMk cId="2969150407" sldId="409"/>
        </pc:sldMkLst>
        <pc:spChg chg="mod">
          <ac:chgData name="Filipe Mutz" userId="3fc1660b9a1c200e" providerId="LiveId" clId="{BE98CB02-A0A9-4224-BF5A-33201D77DEB0}" dt="2025-04-17T19:01:04.060" v="14" actId="404"/>
          <ac:spMkLst>
            <pc:docMk/>
            <pc:sldMk cId="2969150407" sldId="409"/>
            <ac:spMk id="2" creationId="{22055815-AE3F-FC4F-6655-E650736698EA}"/>
          </ac:spMkLst>
        </pc:spChg>
        <pc:spChg chg="mod">
          <ac:chgData name="Filipe Mutz" userId="3fc1660b9a1c200e" providerId="LiveId" clId="{BE98CB02-A0A9-4224-BF5A-33201D77DEB0}" dt="2025-04-17T19:01:20.111" v="28" actId="20577"/>
          <ac:spMkLst>
            <pc:docMk/>
            <pc:sldMk cId="2969150407" sldId="409"/>
            <ac:spMk id="8" creationId="{CFA6006B-7473-28E5-FA5F-70BBB7E78A4D}"/>
          </ac:spMkLst>
        </pc:spChg>
      </pc:sldChg>
      <pc:sldChg chg="modSp new mod">
        <pc:chgData name="Filipe Mutz" userId="3fc1660b9a1c200e" providerId="LiveId" clId="{BE98CB02-A0A9-4224-BF5A-33201D77DEB0}" dt="2025-04-17T21:00:54.264" v="326" actId="20577"/>
        <pc:sldMkLst>
          <pc:docMk/>
          <pc:sldMk cId="2164952720" sldId="410"/>
        </pc:sldMkLst>
      </pc:sldChg>
      <pc:sldChg chg="addSp modSp new mod">
        <pc:chgData name="Filipe Mutz" userId="3fc1660b9a1c200e" providerId="LiveId" clId="{BE98CB02-A0A9-4224-BF5A-33201D77DEB0}" dt="2025-04-17T20:42:29.996" v="48" actId="122"/>
        <pc:sldMkLst>
          <pc:docMk/>
          <pc:sldMk cId="1262577464" sldId="411"/>
        </pc:sldMkLst>
      </pc:sldChg>
      <pc:sldChg chg="addSp delSp modSp new del mod ord modClrScheme chgLayout">
        <pc:chgData name="Filipe Mutz" userId="3fc1660b9a1c200e" providerId="LiveId" clId="{BE98CB02-A0A9-4224-BF5A-33201D77DEB0}" dt="2025-04-17T22:13:51.821" v="504" actId="2696"/>
        <pc:sldMkLst>
          <pc:docMk/>
          <pc:sldMk cId="2603626976" sldId="412"/>
        </pc:sldMkLst>
      </pc:sldChg>
      <pc:sldChg chg="add ord">
        <pc:chgData name="Filipe Mutz" userId="3fc1660b9a1c200e" providerId="LiveId" clId="{BE98CB02-A0A9-4224-BF5A-33201D77DEB0}" dt="2025-04-17T22:14:05.038" v="507"/>
        <pc:sldMkLst>
          <pc:docMk/>
          <pc:sldMk cId="3838928381" sldId="412"/>
        </pc:sldMkLst>
      </pc:sldChg>
      <pc:sldChg chg="new">
        <pc:chgData name="Filipe Mutz" userId="3fc1660b9a1c200e" providerId="LiveId" clId="{BE98CB02-A0A9-4224-BF5A-33201D77DEB0}" dt="2025-04-17T20:49:45.385" v="57" actId="680"/>
        <pc:sldMkLst>
          <pc:docMk/>
          <pc:sldMk cId="3388404726" sldId="413"/>
        </pc:sldMkLst>
      </pc:sldChg>
      <pc:sldChg chg="addSp delSp modSp new mod">
        <pc:chgData name="Filipe Mutz" userId="3fc1660b9a1c200e" providerId="LiveId" clId="{BE98CB02-A0A9-4224-BF5A-33201D77DEB0}" dt="2025-04-17T20:57:20.421" v="70" actId="1076"/>
        <pc:sldMkLst>
          <pc:docMk/>
          <pc:sldMk cId="163776040" sldId="414"/>
        </pc:sldMkLst>
      </pc:sldChg>
      <pc:sldChg chg="addSp delSp modSp new del mod">
        <pc:chgData name="Filipe Mutz" userId="3fc1660b9a1c200e" providerId="LiveId" clId="{BE98CB02-A0A9-4224-BF5A-33201D77DEB0}" dt="2025-04-17T22:14:10.276" v="508" actId="47"/>
        <pc:sldMkLst>
          <pc:docMk/>
          <pc:sldMk cId="3574170369" sldId="415"/>
        </pc:sldMkLst>
      </pc:sldChg>
      <pc:sldChg chg="addSp delSp modSp new mod">
        <pc:chgData name="Filipe Mutz" userId="3fc1660b9a1c200e" providerId="LiveId" clId="{BE98CB02-A0A9-4224-BF5A-33201D77DEB0}" dt="2025-04-17T22:14:43.965" v="512" actId="207"/>
        <pc:sldMkLst>
          <pc:docMk/>
          <pc:sldMk cId="1318890686" sldId="416"/>
        </pc:sldMkLst>
      </pc:sldChg>
      <pc:sldChg chg="addSp delSp modSp new mod">
        <pc:chgData name="Filipe Mutz" userId="3fc1660b9a1c200e" providerId="LiveId" clId="{BE98CB02-A0A9-4224-BF5A-33201D77DEB0}" dt="2025-04-17T21:22:06.423" v="367" actId="1076"/>
        <pc:sldMkLst>
          <pc:docMk/>
          <pc:sldMk cId="4217739244" sldId="417"/>
        </pc:sldMkLst>
      </pc:sldChg>
      <pc:sldChg chg="addSp new mod">
        <pc:chgData name="Filipe Mutz" userId="3fc1660b9a1c200e" providerId="LiveId" clId="{BE98CB02-A0A9-4224-BF5A-33201D77DEB0}" dt="2025-04-17T21:57:02.325" v="372" actId="22"/>
        <pc:sldMkLst>
          <pc:docMk/>
          <pc:sldMk cId="2823788458" sldId="418"/>
        </pc:sldMkLst>
      </pc:sldChg>
      <pc:sldChg chg="addSp delSp modSp new mod">
        <pc:chgData name="Filipe Mutz" userId="3fc1660b9a1c200e" providerId="LiveId" clId="{BE98CB02-A0A9-4224-BF5A-33201D77DEB0}" dt="2025-04-17T22:07:11.669" v="428" actId="1076"/>
        <pc:sldMkLst>
          <pc:docMk/>
          <pc:sldMk cId="2344903368" sldId="419"/>
        </pc:sldMkLst>
      </pc:sldChg>
      <pc:sldChg chg="add del">
        <pc:chgData name="Filipe Mutz" userId="3fc1660b9a1c200e" providerId="LiveId" clId="{BE98CB02-A0A9-4224-BF5A-33201D77DEB0}" dt="2025-04-17T22:13:40.311" v="503" actId="47"/>
        <pc:sldMkLst>
          <pc:docMk/>
          <pc:sldMk cId="323497182" sldId="420"/>
        </pc:sldMkLst>
      </pc:sldChg>
      <pc:sldChg chg="new">
        <pc:chgData name="Filipe Mutz" userId="3fc1660b9a1c200e" providerId="LiveId" clId="{BE98CB02-A0A9-4224-BF5A-33201D77DEB0}" dt="2025-04-17T22:04:52.646" v="380" actId="680"/>
        <pc:sldMkLst>
          <pc:docMk/>
          <pc:sldMk cId="274132954" sldId="421"/>
        </pc:sldMkLst>
      </pc:sldChg>
      <pc:sldChg chg="addSp delSp modSp add mod">
        <pc:chgData name="Filipe Mutz" userId="3fc1660b9a1c200e" providerId="LiveId" clId="{BE98CB02-A0A9-4224-BF5A-33201D77DEB0}" dt="2025-04-17T22:11:19.930" v="468" actId="14100"/>
        <pc:sldMkLst>
          <pc:docMk/>
          <pc:sldMk cId="2327407595" sldId="422"/>
        </pc:sldMkLst>
      </pc:sldChg>
      <pc:sldChg chg="new del">
        <pc:chgData name="Filipe Mutz" userId="3fc1660b9a1c200e" providerId="LiveId" clId="{BE98CB02-A0A9-4224-BF5A-33201D77DEB0}" dt="2025-04-17T22:05:28.330" v="399" actId="680"/>
        <pc:sldMkLst>
          <pc:docMk/>
          <pc:sldMk cId="2710663850" sldId="422"/>
        </pc:sldMkLst>
      </pc:sldChg>
      <pc:sldChg chg="modSp new del mod">
        <pc:chgData name="Filipe Mutz" userId="3fc1660b9a1c200e" providerId="LiveId" clId="{BE98CB02-A0A9-4224-BF5A-33201D77DEB0}" dt="2025-04-17T22:05:21.855" v="397" actId="47"/>
        <pc:sldMkLst>
          <pc:docMk/>
          <pc:sldMk cId="3262437897" sldId="422"/>
        </pc:sldMkLst>
      </pc:sldChg>
      <pc:sldChg chg="addSp delSp modSp new mod">
        <pc:chgData name="Filipe Mutz" userId="3fc1660b9a1c200e" providerId="LiveId" clId="{BE98CB02-A0A9-4224-BF5A-33201D77DEB0}" dt="2025-04-17T22:13:30.369" v="502" actId="404"/>
        <pc:sldMkLst>
          <pc:docMk/>
          <pc:sldMk cId="3091122091" sldId="423"/>
        </pc:sldMkLst>
      </pc:sldChg>
      <pc:sldChg chg="addSp modSp mod modNotesTx">
        <pc:chgData name="Filipe Mutz" userId="3fc1660b9a1c200e" providerId="LiveId" clId="{BE98CB02-A0A9-4224-BF5A-33201D77DEB0}" dt="2025-04-23T02:26:53.919" v="803" actId="20577"/>
        <pc:sldMkLst>
          <pc:docMk/>
          <pc:sldMk cId="4057028840" sldId="433"/>
        </pc:sldMkLst>
        <pc:spChg chg="mod">
          <ac:chgData name="Filipe Mutz" userId="3fc1660b9a1c200e" providerId="LiveId" clId="{BE98CB02-A0A9-4224-BF5A-33201D77DEB0}" dt="2025-04-23T02:26:53.919" v="803" actId="20577"/>
          <ac:spMkLst>
            <pc:docMk/>
            <pc:sldMk cId="4057028840" sldId="433"/>
            <ac:spMk id="2" creationId="{87B6A440-C0B7-1018-932F-313E6A8261EC}"/>
          </ac:spMkLst>
        </pc:spChg>
        <pc:spChg chg="add mod">
          <ac:chgData name="Filipe Mutz" userId="3fc1660b9a1c200e" providerId="LiveId" clId="{BE98CB02-A0A9-4224-BF5A-33201D77DEB0}" dt="2025-04-23T02:26:35.836" v="788" actId="14100"/>
          <ac:spMkLst>
            <pc:docMk/>
            <pc:sldMk cId="4057028840" sldId="433"/>
            <ac:spMk id="3" creationId="{F001E10F-593D-78E7-0149-524DB597DC47}"/>
          </ac:spMkLst>
        </pc:spChg>
        <pc:spChg chg="mod">
          <ac:chgData name="Filipe Mutz" userId="3fc1660b9a1c200e" providerId="LiveId" clId="{BE98CB02-A0A9-4224-BF5A-33201D77DEB0}" dt="2025-04-23T02:26:06.788" v="782" actId="14100"/>
          <ac:spMkLst>
            <pc:docMk/>
            <pc:sldMk cId="4057028840" sldId="433"/>
            <ac:spMk id="9" creationId="{E5A52BF3-016A-B09C-7095-18D14D494099}"/>
          </ac:spMkLst>
        </pc:spChg>
        <pc:picChg chg="mod">
          <ac:chgData name="Filipe Mutz" userId="3fc1660b9a1c200e" providerId="LiveId" clId="{BE98CB02-A0A9-4224-BF5A-33201D77DEB0}" dt="2025-04-23T02:26:38.802" v="790" actId="1076"/>
          <ac:picMkLst>
            <pc:docMk/>
            <pc:sldMk cId="4057028840" sldId="433"/>
            <ac:picMk id="8198" creationId="{7B56098D-AE77-83DF-0014-E1024BBB34B0}"/>
          </ac:picMkLst>
        </pc:picChg>
      </pc:sldChg>
      <pc:sldChg chg="addSp delSp modSp mod">
        <pc:chgData name="Filipe Mutz" userId="3fc1660b9a1c200e" providerId="LiveId" clId="{BE98CB02-A0A9-4224-BF5A-33201D77DEB0}" dt="2025-04-23T02:28:46.033" v="832" actId="1076"/>
        <pc:sldMkLst>
          <pc:docMk/>
          <pc:sldMk cId="510599268" sldId="435"/>
        </pc:sldMkLst>
      </pc:sldChg>
      <pc:sldChg chg="delSp modSp add mod">
        <pc:chgData name="Filipe Mutz" userId="3fc1660b9a1c200e" providerId="LiveId" clId="{BE98CB02-A0A9-4224-BF5A-33201D77DEB0}" dt="2025-04-23T02:31:49.941" v="1007" actId="403"/>
        <pc:sldMkLst>
          <pc:docMk/>
          <pc:sldMk cId="2665584843" sldId="436"/>
        </pc:sldMkLst>
      </pc:sldChg>
      <pc:sldChg chg="addSp delSp modSp add mod">
        <pc:chgData name="Filipe Mutz" userId="3fc1660b9a1c200e" providerId="LiveId" clId="{BE98CB02-A0A9-4224-BF5A-33201D77DEB0}" dt="2025-04-23T02:32:48.833" v="1015" actId="207"/>
        <pc:sldMkLst>
          <pc:docMk/>
          <pc:sldMk cId="3235415353" sldId="437"/>
        </pc:sldMkLst>
      </pc:sldChg>
      <pc:sldChg chg="addSp delSp modSp add mod ord modNotesTx">
        <pc:chgData name="Filipe Mutz" userId="3fc1660b9a1c200e" providerId="LiveId" clId="{BE98CB02-A0A9-4224-BF5A-33201D77DEB0}" dt="2025-04-23T02:51:06.137" v="1129" actId="207"/>
        <pc:sldMkLst>
          <pc:docMk/>
          <pc:sldMk cId="1841272097" sldId="438"/>
        </pc:sldMkLst>
      </pc:sldChg>
      <pc:sldChg chg="addSp delSp modSp add mod">
        <pc:chgData name="Filipe Mutz" userId="3fc1660b9a1c200e" providerId="LiveId" clId="{BE98CB02-A0A9-4224-BF5A-33201D77DEB0}" dt="2025-04-23T02:54:43.578" v="1215" actId="1076"/>
        <pc:sldMkLst>
          <pc:docMk/>
          <pc:sldMk cId="1650787538" sldId="439"/>
        </pc:sldMkLst>
      </pc:sldChg>
    </pc:docChg>
  </pc:docChgLst>
  <pc:docChgLst>
    <pc:chgData name="Filipe Mutz" userId="3fc1660b9a1c200e" providerId="LiveId" clId="{82D669BB-E79C-4654-8A7D-9B8855A62C3C}"/>
    <pc:docChg chg="undo custSel addSld delSld modSld modMainMaster">
      <pc:chgData name="Filipe Mutz" userId="3fc1660b9a1c200e" providerId="LiveId" clId="{82D669BB-E79C-4654-8A7D-9B8855A62C3C}" dt="2021-05-19T01:17:33.578" v="278" actId="20577"/>
      <pc:docMkLst>
        <pc:docMk/>
      </pc:docMkLst>
      <pc:sldChg chg="addSp delSp modSp new del mod setBg chgLayout">
        <pc:chgData name="Filipe Mutz" userId="3fc1660b9a1c200e" providerId="LiveId" clId="{82D669BB-E79C-4654-8A7D-9B8855A62C3C}" dt="2021-05-19T01:05:06.993" v="233" actId="47"/>
        <pc:sldMkLst>
          <pc:docMk/>
          <pc:sldMk cId="796579269" sldId="256"/>
        </pc:sldMkLst>
      </pc:sldChg>
      <pc:sldChg chg="addSp delSp modSp new mod">
        <pc:chgData name="Filipe Mutz" userId="3fc1660b9a1c200e" providerId="LiveId" clId="{82D669BB-E79C-4654-8A7D-9B8855A62C3C}" dt="2021-05-19T01:17:15.767" v="270" actId="20577"/>
        <pc:sldMkLst>
          <pc:docMk/>
          <pc:sldMk cId="1585433276" sldId="257"/>
        </pc:sldMkLst>
      </pc:sldChg>
      <pc:sldChg chg="modSp new mod">
        <pc:chgData name="Filipe Mutz" userId="3fc1660b9a1c200e" providerId="LiveId" clId="{82D669BB-E79C-4654-8A7D-9B8855A62C3C}" dt="2021-05-19T01:17:33.578" v="278" actId="20577"/>
        <pc:sldMkLst>
          <pc:docMk/>
          <pc:sldMk cId="2348358179" sldId="258"/>
        </pc:sldMkLst>
      </pc:sldChg>
      <pc:sldChg chg="modSp new del">
        <pc:chgData name="Filipe Mutz" userId="3fc1660b9a1c200e" providerId="LiveId" clId="{82D669BB-E79C-4654-8A7D-9B8855A62C3C}" dt="2021-05-19T00:37:11.621" v="12" actId="47"/>
        <pc:sldMkLst>
          <pc:docMk/>
          <pc:sldMk cId="3041028762" sldId="258"/>
        </pc:sldMkLst>
      </pc:sldChg>
      <pc:sldChg chg="modSp new del">
        <pc:chgData name="Filipe Mutz" userId="3fc1660b9a1c200e" providerId="LiveId" clId="{82D669BB-E79C-4654-8A7D-9B8855A62C3C}" dt="2021-05-19T00:37:11.621" v="12" actId="47"/>
        <pc:sldMkLst>
          <pc:docMk/>
          <pc:sldMk cId="1191962739" sldId="259"/>
        </pc:sldMkLst>
      </pc:sldChg>
      <pc:sldMasterChg chg="modSp setBg modSldLayout">
        <pc:chgData name="Filipe Mutz" userId="3fc1660b9a1c200e" providerId="LiveId" clId="{82D669BB-E79C-4654-8A7D-9B8855A62C3C}" dt="2021-05-19T00:44:33.725" v="51" actId="123"/>
        <pc:sldMasterMkLst>
          <pc:docMk/>
          <pc:sldMasterMk cId="3257942771" sldId="2147483744"/>
        </pc:sldMasterMkLst>
        <pc:sldLayoutChg chg="modSp setBg">
          <pc:chgData name="Filipe Mutz" userId="3fc1660b9a1c200e" providerId="LiveId" clId="{82D669BB-E79C-4654-8A7D-9B8855A62C3C}" dt="2021-05-19T00:42:56.009" v="36" actId="207"/>
          <pc:sldLayoutMkLst>
            <pc:docMk/>
            <pc:sldMasterMk cId="3257942771" sldId="2147483744"/>
            <pc:sldLayoutMk cId="366699945" sldId="2147483745"/>
          </pc:sldLayoutMkLst>
        </pc:sldLayoutChg>
        <pc:sldLayoutChg chg="setBg">
          <pc:chgData name="Filipe Mutz" userId="3fc1660b9a1c200e" providerId="LiveId" clId="{82D669BB-E79C-4654-8A7D-9B8855A62C3C}" dt="2021-05-19T00:41:39.622" v="35"/>
          <pc:sldLayoutMkLst>
            <pc:docMk/>
            <pc:sldMasterMk cId="3257942771" sldId="2147483744"/>
            <pc:sldLayoutMk cId="1993333062" sldId="2147483746"/>
          </pc:sldLayoutMkLst>
        </pc:sldLayoutChg>
        <pc:sldLayoutChg chg="setBg">
          <pc:chgData name="Filipe Mutz" userId="3fc1660b9a1c200e" providerId="LiveId" clId="{82D669BB-E79C-4654-8A7D-9B8855A62C3C}" dt="2021-05-19T00:41:39.622" v="35"/>
          <pc:sldLayoutMkLst>
            <pc:docMk/>
            <pc:sldMasterMk cId="3257942771" sldId="2147483744"/>
            <pc:sldLayoutMk cId="1247509704" sldId="2147483747"/>
          </pc:sldLayoutMkLst>
        </pc:sldLayoutChg>
        <pc:sldLayoutChg chg="setBg">
          <pc:chgData name="Filipe Mutz" userId="3fc1660b9a1c200e" providerId="LiveId" clId="{82D669BB-E79C-4654-8A7D-9B8855A62C3C}" dt="2021-05-19T00:41:39.622" v="35"/>
          <pc:sldLayoutMkLst>
            <pc:docMk/>
            <pc:sldMasterMk cId="3257942771" sldId="2147483744"/>
            <pc:sldLayoutMk cId="2816472594" sldId="2147483748"/>
          </pc:sldLayoutMkLst>
        </pc:sldLayoutChg>
        <pc:sldLayoutChg chg="setBg">
          <pc:chgData name="Filipe Mutz" userId="3fc1660b9a1c200e" providerId="LiveId" clId="{82D669BB-E79C-4654-8A7D-9B8855A62C3C}" dt="2021-05-19T00:41:39.622" v="35"/>
          <pc:sldLayoutMkLst>
            <pc:docMk/>
            <pc:sldMasterMk cId="3257942771" sldId="2147483744"/>
            <pc:sldLayoutMk cId="860331457" sldId="2147483749"/>
          </pc:sldLayoutMkLst>
        </pc:sldLayoutChg>
        <pc:sldLayoutChg chg="setBg">
          <pc:chgData name="Filipe Mutz" userId="3fc1660b9a1c200e" providerId="LiveId" clId="{82D669BB-E79C-4654-8A7D-9B8855A62C3C}" dt="2021-05-19T00:41:39.622" v="35"/>
          <pc:sldLayoutMkLst>
            <pc:docMk/>
            <pc:sldMasterMk cId="3257942771" sldId="2147483744"/>
            <pc:sldLayoutMk cId="1697126264" sldId="2147483750"/>
          </pc:sldLayoutMkLst>
        </pc:sldLayoutChg>
        <pc:sldLayoutChg chg="setBg">
          <pc:chgData name="Filipe Mutz" userId="3fc1660b9a1c200e" providerId="LiveId" clId="{82D669BB-E79C-4654-8A7D-9B8855A62C3C}" dt="2021-05-19T00:41:39.622" v="35"/>
          <pc:sldLayoutMkLst>
            <pc:docMk/>
            <pc:sldMasterMk cId="3257942771" sldId="2147483744"/>
            <pc:sldLayoutMk cId="3767115409" sldId="2147483751"/>
          </pc:sldLayoutMkLst>
        </pc:sldLayoutChg>
        <pc:sldLayoutChg chg="setBg">
          <pc:chgData name="Filipe Mutz" userId="3fc1660b9a1c200e" providerId="LiveId" clId="{82D669BB-E79C-4654-8A7D-9B8855A62C3C}" dt="2021-05-19T00:41:39.622" v="35"/>
          <pc:sldLayoutMkLst>
            <pc:docMk/>
            <pc:sldMasterMk cId="3257942771" sldId="2147483744"/>
            <pc:sldLayoutMk cId="197662435" sldId="2147483752"/>
          </pc:sldLayoutMkLst>
        </pc:sldLayoutChg>
        <pc:sldLayoutChg chg="setBg">
          <pc:chgData name="Filipe Mutz" userId="3fc1660b9a1c200e" providerId="LiveId" clId="{82D669BB-E79C-4654-8A7D-9B8855A62C3C}" dt="2021-05-19T00:41:39.622" v="35"/>
          <pc:sldLayoutMkLst>
            <pc:docMk/>
            <pc:sldMasterMk cId="3257942771" sldId="2147483744"/>
            <pc:sldLayoutMk cId="2400478225" sldId="2147483753"/>
          </pc:sldLayoutMkLst>
        </pc:sldLayoutChg>
        <pc:sldLayoutChg chg="setBg">
          <pc:chgData name="Filipe Mutz" userId="3fc1660b9a1c200e" providerId="LiveId" clId="{82D669BB-E79C-4654-8A7D-9B8855A62C3C}" dt="2021-05-19T00:41:39.622" v="35"/>
          <pc:sldLayoutMkLst>
            <pc:docMk/>
            <pc:sldMasterMk cId="3257942771" sldId="2147483744"/>
            <pc:sldLayoutMk cId="2048241084" sldId="2147483754"/>
          </pc:sldLayoutMkLst>
        </pc:sldLayoutChg>
        <pc:sldLayoutChg chg="setBg">
          <pc:chgData name="Filipe Mutz" userId="3fc1660b9a1c200e" providerId="LiveId" clId="{82D669BB-E79C-4654-8A7D-9B8855A62C3C}" dt="2021-05-19T00:41:39.622" v="35"/>
          <pc:sldLayoutMkLst>
            <pc:docMk/>
            <pc:sldMasterMk cId="3257942771" sldId="2147483744"/>
            <pc:sldLayoutMk cId="3455842247" sldId="2147483755"/>
          </pc:sldLayoutMkLst>
        </pc:sldLayoutChg>
      </pc:sldMasterChg>
    </pc:docChg>
  </pc:docChgLst>
  <pc:docChgLst>
    <pc:chgData name="Filipe Mutz" userId="3fc1660b9a1c200e" providerId="LiveId" clId="{9BE5FBCE-4B30-48F5-B0D8-22A81B648CF2}"/>
    <pc:docChg chg="undo custSel addSld delSld modSld sldOrd">
      <pc:chgData name="Filipe Mutz" userId="3fc1660b9a1c200e" providerId="LiveId" clId="{9BE5FBCE-4B30-48F5-B0D8-22A81B648CF2}" dt="2025-04-30T19:40:06.426" v="1446" actId="20577"/>
      <pc:docMkLst>
        <pc:docMk/>
      </pc:docMkLst>
      <pc:sldChg chg="modSp mod">
        <pc:chgData name="Filipe Mutz" userId="3fc1660b9a1c200e" providerId="LiveId" clId="{9BE5FBCE-4B30-48F5-B0D8-22A81B648CF2}" dt="2025-04-30T19:08:27.345" v="32" actId="20577"/>
        <pc:sldMkLst>
          <pc:docMk/>
          <pc:sldMk cId="2969150407" sldId="409"/>
        </pc:sldMkLst>
        <pc:spChg chg="mod">
          <ac:chgData name="Filipe Mutz" userId="3fc1660b9a1c200e" providerId="LiveId" clId="{9BE5FBCE-4B30-48F5-B0D8-22A81B648CF2}" dt="2025-04-30T19:08:27.345" v="32" actId="20577"/>
          <ac:spMkLst>
            <pc:docMk/>
            <pc:sldMk cId="2969150407" sldId="409"/>
            <ac:spMk id="8" creationId="{CFA6006B-7473-28E5-FA5F-70BBB7E78A4D}"/>
          </ac:spMkLst>
        </pc:spChg>
      </pc:sldChg>
      <pc:sldChg chg="modSp new mod">
        <pc:chgData name="Filipe Mutz" userId="3fc1660b9a1c200e" providerId="LiveId" clId="{9BE5FBCE-4B30-48F5-B0D8-22A81B648CF2}" dt="2025-04-30T19:10:51.718" v="369" actId="1076"/>
        <pc:sldMkLst>
          <pc:docMk/>
          <pc:sldMk cId="2608902010" sldId="434"/>
        </pc:sldMkLst>
        <pc:spChg chg="mod">
          <ac:chgData name="Filipe Mutz" userId="3fc1660b9a1c200e" providerId="LiveId" clId="{9BE5FBCE-4B30-48F5-B0D8-22A81B648CF2}" dt="2025-04-30T19:08:40.983" v="62" actId="20577"/>
          <ac:spMkLst>
            <pc:docMk/>
            <pc:sldMk cId="2608902010" sldId="434"/>
            <ac:spMk id="2" creationId="{07D15158-4897-D5EC-35A9-6C19A83DE736}"/>
          </ac:spMkLst>
        </pc:spChg>
        <pc:spChg chg="mod">
          <ac:chgData name="Filipe Mutz" userId="3fc1660b9a1c200e" providerId="LiveId" clId="{9BE5FBCE-4B30-48F5-B0D8-22A81B648CF2}" dt="2025-04-30T19:10:51.718" v="369" actId="1076"/>
          <ac:spMkLst>
            <pc:docMk/>
            <pc:sldMk cId="2608902010" sldId="434"/>
            <ac:spMk id="3" creationId="{567E1EC5-8919-3DC5-2090-85B9DD6EB296}"/>
          </ac:spMkLst>
        </pc:spChg>
      </pc:sldChg>
      <pc:sldChg chg="del">
        <pc:chgData name="Filipe Mutz" userId="3fc1660b9a1c200e" providerId="LiveId" clId="{9BE5FBCE-4B30-48F5-B0D8-22A81B648CF2}" dt="2025-04-30T19:08:32.606" v="33" actId="47"/>
        <pc:sldMkLst>
          <pc:docMk/>
          <pc:sldMk cId="510599268" sldId="435"/>
        </pc:sldMkLst>
      </pc:sldChg>
      <pc:sldChg chg="addSp modSp new mod ord">
        <pc:chgData name="Filipe Mutz" userId="3fc1660b9a1c200e" providerId="LiveId" clId="{9BE5FBCE-4B30-48F5-B0D8-22A81B648CF2}" dt="2025-04-30T19:18:13.493" v="1100" actId="123"/>
        <pc:sldMkLst>
          <pc:docMk/>
          <pc:sldMk cId="2941258679" sldId="435"/>
        </pc:sldMkLst>
        <pc:spChg chg="mod">
          <ac:chgData name="Filipe Mutz" userId="3fc1660b9a1c200e" providerId="LiveId" clId="{9BE5FBCE-4B30-48F5-B0D8-22A81B648CF2}" dt="2025-04-30T19:09:53.402" v="202" actId="20577"/>
          <ac:spMkLst>
            <pc:docMk/>
            <pc:sldMk cId="2941258679" sldId="435"/>
            <ac:spMk id="2" creationId="{C54E9C6D-8661-3C42-C42A-8CE53CDF9C73}"/>
          </ac:spMkLst>
        </pc:spChg>
        <pc:spChg chg="mod">
          <ac:chgData name="Filipe Mutz" userId="3fc1660b9a1c200e" providerId="LiveId" clId="{9BE5FBCE-4B30-48F5-B0D8-22A81B648CF2}" dt="2025-04-30T19:16:45.569" v="658" actId="404"/>
          <ac:spMkLst>
            <pc:docMk/>
            <pc:sldMk cId="2941258679" sldId="435"/>
            <ac:spMk id="3" creationId="{323B51A4-FCB8-B469-BF12-6AFD26EEFBF6}"/>
          </ac:spMkLst>
        </pc:spChg>
        <pc:spChg chg="add mod">
          <ac:chgData name="Filipe Mutz" userId="3fc1660b9a1c200e" providerId="LiveId" clId="{9BE5FBCE-4B30-48F5-B0D8-22A81B648CF2}" dt="2025-04-30T19:18:13.493" v="1100" actId="123"/>
          <ac:spMkLst>
            <pc:docMk/>
            <pc:sldMk cId="2941258679" sldId="435"/>
            <ac:spMk id="4" creationId="{D7946040-985D-9B99-0540-EB807439DA01}"/>
          </ac:spMkLst>
        </pc:spChg>
      </pc:sldChg>
      <pc:sldChg chg="delSp new mod">
        <pc:chgData name="Filipe Mutz" userId="3fc1660b9a1c200e" providerId="LiveId" clId="{9BE5FBCE-4B30-48F5-B0D8-22A81B648CF2}" dt="2025-04-30T19:20:17.310" v="1261" actId="478"/>
        <pc:sldMkLst>
          <pc:docMk/>
          <pc:sldMk cId="1752402972" sldId="436"/>
        </pc:sldMkLst>
        <pc:spChg chg="del">
          <ac:chgData name="Filipe Mutz" userId="3fc1660b9a1c200e" providerId="LiveId" clId="{9BE5FBCE-4B30-48F5-B0D8-22A81B648CF2}" dt="2025-04-30T19:20:17.310" v="1261" actId="478"/>
          <ac:spMkLst>
            <pc:docMk/>
            <pc:sldMk cId="1752402972" sldId="436"/>
            <ac:spMk id="2" creationId="{7AFFE491-6AEA-1EC4-54B2-6B9CB8663469}"/>
          </ac:spMkLst>
        </pc:spChg>
        <pc:spChg chg="del">
          <ac:chgData name="Filipe Mutz" userId="3fc1660b9a1c200e" providerId="LiveId" clId="{9BE5FBCE-4B30-48F5-B0D8-22A81B648CF2}" dt="2025-04-30T19:20:17.310" v="1261" actId="478"/>
          <ac:spMkLst>
            <pc:docMk/>
            <pc:sldMk cId="1752402972" sldId="436"/>
            <ac:spMk id="3" creationId="{A598FAAE-8E29-15E4-0C0B-149B96675EF3}"/>
          </ac:spMkLst>
        </pc:spChg>
      </pc:sldChg>
      <pc:sldChg chg="del">
        <pc:chgData name="Filipe Mutz" userId="3fc1660b9a1c200e" providerId="LiveId" clId="{9BE5FBCE-4B30-48F5-B0D8-22A81B648CF2}" dt="2025-04-30T19:08:32.606" v="33" actId="47"/>
        <pc:sldMkLst>
          <pc:docMk/>
          <pc:sldMk cId="2665584843" sldId="436"/>
        </pc:sldMkLst>
      </pc:sldChg>
      <pc:sldChg chg="addSp new del mod">
        <pc:chgData name="Filipe Mutz" userId="3fc1660b9a1c200e" providerId="LiveId" clId="{9BE5FBCE-4B30-48F5-B0D8-22A81B648CF2}" dt="2025-04-30T19:19:51.434" v="1260" actId="47"/>
        <pc:sldMkLst>
          <pc:docMk/>
          <pc:sldMk cId="758111847" sldId="437"/>
        </pc:sldMkLst>
        <pc:picChg chg="add">
          <ac:chgData name="Filipe Mutz" userId="3fc1660b9a1c200e" providerId="LiveId" clId="{9BE5FBCE-4B30-48F5-B0D8-22A81B648CF2}" dt="2025-04-30T19:15:09.307" v="562" actId="22"/>
          <ac:picMkLst>
            <pc:docMk/>
            <pc:sldMk cId="758111847" sldId="437"/>
            <ac:picMk id="5" creationId="{A24191A3-E8ED-D95E-D0E0-BB4A6A7B2472}"/>
          </ac:picMkLst>
        </pc:picChg>
      </pc:sldChg>
      <pc:sldChg chg="del">
        <pc:chgData name="Filipe Mutz" userId="3fc1660b9a1c200e" providerId="LiveId" clId="{9BE5FBCE-4B30-48F5-B0D8-22A81B648CF2}" dt="2025-04-30T19:08:32.606" v="33" actId="47"/>
        <pc:sldMkLst>
          <pc:docMk/>
          <pc:sldMk cId="3235415353" sldId="437"/>
        </pc:sldMkLst>
      </pc:sldChg>
      <pc:sldChg chg="del">
        <pc:chgData name="Filipe Mutz" userId="3fc1660b9a1c200e" providerId="LiveId" clId="{9BE5FBCE-4B30-48F5-B0D8-22A81B648CF2}" dt="2025-04-30T19:08:32.606" v="33" actId="47"/>
        <pc:sldMkLst>
          <pc:docMk/>
          <pc:sldMk cId="1841272097" sldId="438"/>
        </pc:sldMkLst>
      </pc:sldChg>
      <pc:sldChg chg="addSp modSp new del mod">
        <pc:chgData name="Filipe Mutz" userId="3fc1660b9a1c200e" providerId="LiveId" clId="{9BE5FBCE-4B30-48F5-B0D8-22A81B648CF2}" dt="2025-04-30T19:19:51.434" v="1260" actId="47"/>
        <pc:sldMkLst>
          <pc:docMk/>
          <pc:sldMk cId="3051023412" sldId="438"/>
        </pc:sldMkLst>
        <pc:picChg chg="add mod">
          <ac:chgData name="Filipe Mutz" userId="3fc1660b9a1c200e" providerId="LiveId" clId="{9BE5FBCE-4B30-48F5-B0D8-22A81B648CF2}" dt="2025-04-30T19:16:10.475" v="568" actId="1076"/>
          <ac:picMkLst>
            <pc:docMk/>
            <pc:sldMk cId="3051023412" sldId="438"/>
            <ac:picMk id="5" creationId="{685E54EC-DE63-2947-6919-51315119F2CF}"/>
          </ac:picMkLst>
        </pc:picChg>
      </pc:sldChg>
      <pc:sldChg chg="del">
        <pc:chgData name="Filipe Mutz" userId="3fc1660b9a1c200e" providerId="LiveId" clId="{9BE5FBCE-4B30-48F5-B0D8-22A81B648CF2}" dt="2025-04-30T19:08:32.606" v="33" actId="47"/>
        <pc:sldMkLst>
          <pc:docMk/>
          <pc:sldMk cId="1650787538" sldId="439"/>
        </pc:sldMkLst>
      </pc:sldChg>
      <pc:sldChg chg="addSp modSp new mod">
        <pc:chgData name="Filipe Mutz" userId="3fc1660b9a1c200e" providerId="LiveId" clId="{9BE5FBCE-4B30-48F5-B0D8-22A81B648CF2}" dt="2025-04-30T19:19:46.826" v="1259" actId="14100"/>
        <pc:sldMkLst>
          <pc:docMk/>
          <pc:sldMk cId="2390768394" sldId="439"/>
        </pc:sldMkLst>
        <pc:spChg chg="mod">
          <ac:chgData name="Filipe Mutz" userId="3fc1660b9a1c200e" providerId="LiveId" clId="{9BE5FBCE-4B30-48F5-B0D8-22A81B648CF2}" dt="2025-04-30T19:18:31.343" v="1136" actId="20577"/>
          <ac:spMkLst>
            <pc:docMk/>
            <pc:sldMk cId="2390768394" sldId="439"/>
            <ac:spMk id="2" creationId="{07FB45AF-ACC9-1171-A73B-F090E19D3FF2}"/>
          </ac:spMkLst>
        </pc:spChg>
        <pc:spChg chg="mod">
          <ac:chgData name="Filipe Mutz" userId="3fc1660b9a1c200e" providerId="LiveId" clId="{9BE5FBCE-4B30-48F5-B0D8-22A81B648CF2}" dt="2025-04-30T19:19:00.743" v="1226" actId="122"/>
          <ac:spMkLst>
            <pc:docMk/>
            <pc:sldMk cId="2390768394" sldId="439"/>
            <ac:spMk id="3" creationId="{3F04BD88-F6A0-D3CC-A2AF-5538FA90C6AA}"/>
          </ac:spMkLst>
        </pc:spChg>
        <pc:picChg chg="add mod">
          <ac:chgData name="Filipe Mutz" userId="3fc1660b9a1c200e" providerId="LiveId" clId="{9BE5FBCE-4B30-48F5-B0D8-22A81B648CF2}" dt="2025-04-30T19:19:40.324" v="1247" actId="1037"/>
          <ac:picMkLst>
            <pc:docMk/>
            <pc:sldMk cId="2390768394" sldId="439"/>
            <ac:picMk id="4" creationId="{A0FEABC9-0D56-F4A6-7E36-C13D914ECC55}"/>
          </ac:picMkLst>
        </pc:picChg>
        <pc:picChg chg="add mod">
          <ac:chgData name="Filipe Mutz" userId="3fc1660b9a1c200e" providerId="LiveId" clId="{9BE5FBCE-4B30-48F5-B0D8-22A81B648CF2}" dt="2025-04-30T19:19:46.826" v="1259" actId="14100"/>
          <ac:picMkLst>
            <pc:docMk/>
            <pc:sldMk cId="2390768394" sldId="439"/>
            <ac:picMk id="5" creationId="{F2105A6B-1F20-B904-435A-031F210EFAD7}"/>
          </ac:picMkLst>
        </pc:picChg>
      </pc:sldChg>
      <pc:sldChg chg="addSp modSp new mod">
        <pc:chgData name="Filipe Mutz" userId="3fc1660b9a1c200e" providerId="LiveId" clId="{9BE5FBCE-4B30-48F5-B0D8-22A81B648CF2}" dt="2025-04-30T19:27:59.296" v="1417" actId="6549"/>
        <pc:sldMkLst>
          <pc:docMk/>
          <pc:sldMk cId="1001649932" sldId="440"/>
        </pc:sldMkLst>
        <pc:spChg chg="mod">
          <ac:chgData name="Filipe Mutz" userId="3fc1660b9a1c200e" providerId="LiveId" clId="{9BE5FBCE-4B30-48F5-B0D8-22A81B648CF2}" dt="2025-04-30T19:27:06.344" v="1359" actId="14100"/>
          <ac:spMkLst>
            <pc:docMk/>
            <pc:sldMk cId="1001649932" sldId="440"/>
            <ac:spMk id="2" creationId="{DD9DD44E-A813-03EF-898E-CDA625CB3046}"/>
          </ac:spMkLst>
        </pc:spChg>
        <pc:spChg chg="mod">
          <ac:chgData name="Filipe Mutz" userId="3fc1660b9a1c200e" providerId="LiveId" clId="{9BE5FBCE-4B30-48F5-B0D8-22A81B648CF2}" dt="2025-04-30T19:27:33.409" v="1404" actId="20577"/>
          <ac:spMkLst>
            <pc:docMk/>
            <pc:sldMk cId="1001649932" sldId="440"/>
            <ac:spMk id="3" creationId="{D3DC2532-728E-6825-EBF3-69B5539DB627}"/>
          </ac:spMkLst>
        </pc:spChg>
        <pc:spChg chg="add mod">
          <ac:chgData name="Filipe Mutz" userId="3fc1660b9a1c200e" providerId="LiveId" clId="{9BE5FBCE-4B30-48F5-B0D8-22A81B648CF2}" dt="2025-04-30T19:27:59.296" v="1417" actId="6549"/>
          <ac:spMkLst>
            <pc:docMk/>
            <pc:sldMk cId="1001649932" sldId="440"/>
            <ac:spMk id="5" creationId="{CC9EE234-0B8D-29C1-10A7-DD96C43D1EB6}"/>
          </ac:spMkLst>
        </pc:spChg>
      </pc:sldChg>
      <pc:sldChg chg="modSp new mod">
        <pc:chgData name="Filipe Mutz" userId="3fc1660b9a1c200e" providerId="LiveId" clId="{9BE5FBCE-4B30-48F5-B0D8-22A81B648CF2}" dt="2025-04-30T19:40:06.426" v="1446" actId="20577"/>
        <pc:sldMkLst>
          <pc:docMk/>
          <pc:sldMk cId="2862177155" sldId="441"/>
        </pc:sldMkLst>
        <pc:spChg chg="mod">
          <ac:chgData name="Filipe Mutz" userId="3fc1660b9a1c200e" providerId="LiveId" clId="{9BE5FBCE-4B30-48F5-B0D8-22A81B648CF2}" dt="2025-04-30T19:40:06.426" v="1446" actId="20577"/>
          <ac:spMkLst>
            <pc:docMk/>
            <pc:sldMk cId="2862177155" sldId="441"/>
            <ac:spMk id="2" creationId="{ECD83C6E-002E-7091-4C2A-520AB4EA9082}"/>
          </ac:spMkLst>
        </pc:spChg>
      </pc:sldChg>
    </pc:docChg>
  </pc:docChgLst>
  <pc:docChgLst>
    <pc:chgData name="Filipe Mutz" userId="3fc1660b9a1c200e" providerId="LiveId" clId="{40B9DA82-FEA1-4387-B8BA-2D2E3F176EAD}"/>
    <pc:docChg chg="custSel addSld delSld modSld sldOrd">
      <pc:chgData name="Filipe Mutz" userId="3fc1660b9a1c200e" providerId="LiveId" clId="{40B9DA82-FEA1-4387-B8BA-2D2E3F176EAD}" dt="2024-11-05T17:10:39.828" v="346" actId="14100"/>
      <pc:docMkLst>
        <pc:docMk/>
      </pc:docMkLst>
      <pc:sldChg chg="del">
        <pc:chgData name="Filipe Mutz" userId="3fc1660b9a1c200e" providerId="LiveId" clId="{40B9DA82-FEA1-4387-B8BA-2D2E3F176EAD}" dt="2024-11-05T01:58:10.775" v="118" actId="47"/>
        <pc:sldMkLst>
          <pc:docMk/>
          <pc:sldMk cId="2360486310" sldId="266"/>
        </pc:sldMkLst>
      </pc:sldChg>
      <pc:sldChg chg="del">
        <pc:chgData name="Filipe Mutz" userId="3fc1660b9a1c200e" providerId="LiveId" clId="{40B9DA82-FEA1-4387-B8BA-2D2E3F176EAD}" dt="2024-11-05T01:58:10.775" v="118" actId="47"/>
        <pc:sldMkLst>
          <pc:docMk/>
          <pc:sldMk cId="2789677649" sldId="267"/>
        </pc:sldMkLst>
      </pc:sldChg>
      <pc:sldChg chg="del">
        <pc:chgData name="Filipe Mutz" userId="3fc1660b9a1c200e" providerId="LiveId" clId="{40B9DA82-FEA1-4387-B8BA-2D2E3F176EAD}" dt="2024-11-05T01:58:10.775" v="118" actId="47"/>
        <pc:sldMkLst>
          <pc:docMk/>
          <pc:sldMk cId="3728493433" sldId="269"/>
        </pc:sldMkLst>
      </pc:sldChg>
      <pc:sldChg chg="del">
        <pc:chgData name="Filipe Mutz" userId="3fc1660b9a1c200e" providerId="LiveId" clId="{40B9DA82-FEA1-4387-B8BA-2D2E3F176EAD}" dt="2024-11-05T01:50:27.902" v="20" actId="47"/>
        <pc:sldMkLst>
          <pc:docMk/>
          <pc:sldMk cId="391664234" sldId="299"/>
        </pc:sldMkLst>
      </pc:sldChg>
      <pc:sldChg chg="del">
        <pc:chgData name="Filipe Mutz" userId="3fc1660b9a1c200e" providerId="LiveId" clId="{40B9DA82-FEA1-4387-B8BA-2D2E3F176EAD}" dt="2024-11-05T01:50:27.902" v="20" actId="47"/>
        <pc:sldMkLst>
          <pc:docMk/>
          <pc:sldMk cId="3286267742" sldId="306"/>
        </pc:sldMkLst>
      </pc:sldChg>
      <pc:sldChg chg="del">
        <pc:chgData name="Filipe Mutz" userId="3fc1660b9a1c200e" providerId="LiveId" clId="{40B9DA82-FEA1-4387-B8BA-2D2E3F176EAD}" dt="2024-11-05T01:50:27.902" v="20" actId="47"/>
        <pc:sldMkLst>
          <pc:docMk/>
          <pc:sldMk cId="1723335088" sldId="307"/>
        </pc:sldMkLst>
      </pc:sldChg>
      <pc:sldChg chg="ord">
        <pc:chgData name="Filipe Mutz" userId="3fc1660b9a1c200e" providerId="LiveId" clId="{40B9DA82-FEA1-4387-B8BA-2D2E3F176EAD}" dt="2024-11-05T01:58:22.567" v="120"/>
        <pc:sldMkLst>
          <pc:docMk/>
          <pc:sldMk cId="4137692985" sldId="346"/>
        </pc:sldMkLst>
      </pc:sldChg>
      <pc:sldChg chg="del">
        <pc:chgData name="Filipe Mutz" userId="3fc1660b9a1c200e" providerId="LiveId" clId="{40B9DA82-FEA1-4387-B8BA-2D2E3F176EAD}" dt="2024-11-05T01:58:38.636" v="121" actId="47"/>
        <pc:sldMkLst>
          <pc:docMk/>
          <pc:sldMk cId="2112004279" sldId="353"/>
        </pc:sldMkLst>
      </pc:sldChg>
      <pc:sldChg chg="modSp mod">
        <pc:chgData name="Filipe Mutz" userId="3fc1660b9a1c200e" providerId="LiveId" clId="{40B9DA82-FEA1-4387-B8BA-2D2E3F176EAD}" dt="2024-11-05T01:46:12.379" v="4" actId="20577"/>
        <pc:sldMkLst>
          <pc:docMk/>
          <pc:sldMk cId="3957192221" sldId="359"/>
        </pc:sldMkLst>
      </pc:sldChg>
      <pc:sldChg chg="modSp mod">
        <pc:chgData name="Filipe Mutz" userId="3fc1660b9a1c200e" providerId="LiveId" clId="{40B9DA82-FEA1-4387-B8BA-2D2E3F176EAD}" dt="2024-11-05T01:48:01.732" v="19" actId="20577"/>
        <pc:sldMkLst>
          <pc:docMk/>
          <pc:sldMk cId="931546512" sldId="361"/>
        </pc:sldMkLst>
      </pc:sldChg>
      <pc:sldChg chg="modSp mod">
        <pc:chgData name="Filipe Mutz" userId="3fc1660b9a1c200e" providerId="LiveId" clId="{40B9DA82-FEA1-4387-B8BA-2D2E3F176EAD}" dt="2024-11-05T02:01:07.412" v="125" actId="20577"/>
        <pc:sldMkLst>
          <pc:docMk/>
          <pc:sldMk cId="2178511146" sldId="382"/>
        </pc:sldMkLst>
      </pc:sldChg>
      <pc:sldChg chg="ord">
        <pc:chgData name="Filipe Mutz" userId="3fc1660b9a1c200e" providerId="LiveId" clId="{40B9DA82-FEA1-4387-B8BA-2D2E3F176EAD}" dt="2024-11-05T01:58:22.567" v="120"/>
        <pc:sldMkLst>
          <pc:docMk/>
          <pc:sldMk cId="3177145936" sldId="385"/>
        </pc:sldMkLst>
      </pc:sldChg>
      <pc:sldChg chg="del">
        <pc:chgData name="Filipe Mutz" userId="3fc1660b9a1c200e" providerId="LiveId" clId="{40B9DA82-FEA1-4387-B8BA-2D2E3F176EAD}" dt="2024-11-05T01:58:38.636" v="121" actId="47"/>
        <pc:sldMkLst>
          <pc:docMk/>
          <pc:sldMk cId="4205528846" sldId="386"/>
        </pc:sldMkLst>
      </pc:sldChg>
      <pc:sldChg chg="delSp new mod">
        <pc:chgData name="Filipe Mutz" userId="3fc1660b9a1c200e" providerId="LiveId" clId="{40B9DA82-FEA1-4387-B8BA-2D2E3F176EAD}" dt="2024-11-05T01:50:39.916" v="22" actId="478"/>
        <pc:sldMkLst>
          <pc:docMk/>
          <pc:sldMk cId="3864079071" sldId="389"/>
        </pc:sldMkLst>
      </pc:sldChg>
      <pc:sldChg chg="delSp new del mod">
        <pc:chgData name="Filipe Mutz" userId="3fc1660b9a1c200e" providerId="LiveId" clId="{40B9DA82-FEA1-4387-B8BA-2D2E3F176EAD}" dt="2024-11-05T01:45:32.338" v="2" actId="47"/>
        <pc:sldMkLst>
          <pc:docMk/>
          <pc:sldMk cId="4241035979" sldId="389"/>
        </pc:sldMkLst>
      </pc:sldChg>
      <pc:sldChg chg="modSp new mod">
        <pc:chgData name="Filipe Mutz" userId="3fc1660b9a1c200e" providerId="LiveId" clId="{40B9DA82-FEA1-4387-B8BA-2D2E3F176EAD}" dt="2024-11-05T01:50:56.303" v="42" actId="5793"/>
        <pc:sldMkLst>
          <pc:docMk/>
          <pc:sldMk cId="2659427783" sldId="390"/>
        </pc:sldMkLst>
      </pc:sldChg>
      <pc:sldChg chg="addSp modSp new mod">
        <pc:chgData name="Filipe Mutz" userId="3fc1660b9a1c200e" providerId="LiveId" clId="{40B9DA82-FEA1-4387-B8BA-2D2E3F176EAD}" dt="2024-11-05T01:54:26.272" v="96" actId="113"/>
        <pc:sldMkLst>
          <pc:docMk/>
          <pc:sldMk cId="4139086817" sldId="391"/>
        </pc:sldMkLst>
      </pc:sldChg>
      <pc:sldChg chg="delSp new mod">
        <pc:chgData name="Filipe Mutz" userId="3fc1660b9a1c200e" providerId="LiveId" clId="{40B9DA82-FEA1-4387-B8BA-2D2E3F176EAD}" dt="2024-11-05T01:57:56.978" v="117" actId="478"/>
        <pc:sldMkLst>
          <pc:docMk/>
          <pc:sldMk cId="1422966538" sldId="392"/>
        </pc:sldMkLst>
      </pc:sldChg>
      <pc:sldChg chg="addSp delSp modSp add mod">
        <pc:chgData name="Filipe Mutz" userId="3fc1660b9a1c200e" providerId="LiveId" clId="{40B9DA82-FEA1-4387-B8BA-2D2E3F176EAD}" dt="2024-11-05T01:57:20.374" v="114" actId="1076"/>
        <pc:sldMkLst>
          <pc:docMk/>
          <pc:sldMk cId="1394920167" sldId="393"/>
        </pc:sldMkLst>
      </pc:sldChg>
      <pc:sldChg chg="addSp delSp new mod">
        <pc:chgData name="Filipe Mutz" userId="3fc1660b9a1c200e" providerId="LiveId" clId="{40B9DA82-FEA1-4387-B8BA-2D2E3F176EAD}" dt="2024-11-05T02:04:55.227" v="128" actId="22"/>
        <pc:sldMkLst>
          <pc:docMk/>
          <pc:sldMk cId="180039966" sldId="394"/>
        </pc:sldMkLst>
      </pc:sldChg>
      <pc:sldChg chg="new del">
        <pc:chgData name="Filipe Mutz" userId="3fc1660b9a1c200e" providerId="LiveId" clId="{40B9DA82-FEA1-4387-B8BA-2D2E3F176EAD}" dt="2024-11-05T01:57:51.145" v="116" actId="47"/>
        <pc:sldMkLst>
          <pc:docMk/>
          <pc:sldMk cId="1540022062" sldId="394"/>
        </pc:sldMkLst>
      </pc:sldChg>
      <pc:sldChg chg="new">
        <pc:chgData name="Filipe Mutz" userId="3fc1660b9a1c200e" providerId="LiveId" clId="{40B9DA82-FEA1-4387-B8BA-2D2E3F176EAD}" dt="2024-11-05T02:06:09.217" v="129" actId="680"/>
        <pc:sldMkLst>
          <pc:docMk/>
          <pc:sldMk cId="2002500344" sldId="395"/>
        </pc:sldMkLst>
      </pc:sldChg>
      <pc:sldChg chg="modSp mod">
        <pc:chgData name="Filipe Mutz" userId="3fc1660b9a1c200e" providerId="LiveId" clId="{40B9DA82-FEA1-4387-B8BA-2D2E3F176EAD}" dt="2024-11-05T17:10:39.828" v="346" actId="14100"/>
        <pc:sldMkLst>
          <pc:docMk/>
          <pc:sldMk cId="2573923553" sldId="405"/>
        </pc:sldMkLst>
      </pc:sldChg>
    </pc:docChg>
  </pc:docChgLst>
  <pc:docChgLst>
    <pc:chgData name="Filipe Mutz" userId="3fc1660b9a1c200e" providerId="Windows Live" clId="Web-{860D7DEA-E66F-4FE9-BF10-8C5F65073F84}"/>
    <pc:docChg chg="addSld delSld modSld">
      <pc:chgData name="Filipe Mutz" userId="3fc1660b9a1c200e" providerId="Windows Live" clId="Web-{860D7DEA-E66F-4FE9-BF10-8C5F65073F84}" dt="2024-11-04T17:44:00.285" v="5" actId="1076"/>
      <pc:docMkLst>
        <pc:docMk/>
      </pc:docMkLst>
      <pc:sldChg chg="modSp">
        <pc:chgData name="Filipe Mutz" userId="3fc1660b9a1c200e" providerId="Windows Live" clId="Web-{860D7DEA-E66F-4FE9-BF10-8C5F65073F84}" dt="2024-11-04T17:44:00.285" v="5" actId="1076"/>
        <pc:sldMkLst>
          <pc:docMk/>
          <pc:sldMk cId="1827800760" sldId="357"/>
        </pc:sldMkLst>
      </pc:sldChg>
      <pc:sldChg chg="delSp new del">
        <pc:chgData name="Filipe Mutz" userId="3fc1660b9a1c200e" providerId="Windows Live" clId="Web-{860D7DEA-E66F-4FE9-BF10-8C5F65073F84}" dt="2024-11-04T17:43:47.644" v="3"/>
        <pc:sldMkLst>
          <pc:docMk/>
          <pc:sldMk cId="2682052805" sldId="389"/>
        </pc:sldMkLst>
      </pc:sldChg>
    </pc:docChg>
  </pc:docChgLst>
  <pc:docChgLst>
    <pc:chgData name="Filipe Mutz" userId="3fc1660b9a1c200e" providerId="LiveId" clId="{0D61A337-679B-4232-943E-5B32C8346098}"/>
    <pc:docChg chg="undo redo custSel addSld delSld modSld sldOrd modMainMaster">
      <pc:chgData name="Filipe Mutz" userId="3fc1660b9a1c200e" providerId="LiveId" clId="{0D61A337-679B-4232-943E-5B32C8346098}" dt="2022-08-04T15:58:57.543" v="6614" actId="207"/>
      <pc:docMkLst>
        <pc:docMk/>
      </pc:docMkLst>
      <pc:sldChg chg="modSp add del mod">
        <pc:chgData name="Filipe Mutz" userId="3fc1660b9a1c200e" providerId="LiveId" clId="{0D61A337-679B-4232-943E-5B32C8346098}" dt="2022-08-04T13:06:17.388" v="1068" actId="2696"/>
        <pc:sldMkLst>
          <pc:docMk/>
          <pc:sldMk cId="1585433276" sldId="257"/>
        </pc:sldMkLst>
      </pc:sldChg>
      <pc:sldChg chg="add ord">
        <pc:chgData name="Filipe Mutz" userId="3fc1660b9a1c200e" providerId="LiveId" clId="{0D61A337-679B-4232-943E-5B32C8346098}" dt="2022-08-04T13:06:23.733" v="1071"/>
        <pc:sldMkLst>
          <pc:docMk/>
          <pc:sldMk cId="2269852383" sldId="257"/>
        </pc:sldMkLst>
      </pc:sldChg>
      <pc:sldChg chg="modSp mod">
        <pc:chgData name="Filipe Mutz" userId="3fc1660b9a1c200e" providerId="LiveId" clId="{0D61A337-679B-4232-943E-5B32C8346098}" dt="2022-08-04T15:58:57.543" v="6614" actId="207"/>
        <pc:sldMkLst>
          <pc:docMk/>
          <pc:sldMk cId="703990230" sldId="258"/>
        </pc:sldMkLst>
      </pc:sldChg>
      <pc:sldChg chg="del">
        <pc:chgData name="Filipe Mutz" userId="3fc1660b9a1c200e" providerId="LiveId" clId="{0D61A337-679B-4232-943E-5B32C8346098}" dt="2022-08-02T02:27:56.115" v="226" actId="47"/>
        <pc:sldMkLst>
          <pc:docMk/>
          <pc:sldMk cId="2412535650" sldId="259"/>
        </pc:sldMkLst>
      </pc:sldChg>
      <pc:sldChg chg="add">
        <pc:chgData name="Filipe Mutz" userId="3fc1660b9a1c200e" providerId="LiveId" clId="{0D61A337-679B-4232-943E-5B32C8346098}" dt="2022-08-04T13:07:08.159" v="1075"/>
        <pc:sldMkLst>
          <pc:docMk/>
          <pc:sldMk cId="2861742274" sldId="259"/>
        </pc:sldMkLst>
      </pc:sldChg>
      <pc:sldChg chg="modSp add del mod">
        <pc:chgData name="Filipe Mutz" userId="3fc1660b9a1c200e" providerId="LiveId" clId="{0D61A337-679B-4232-943E-5B32C8346098}" dt="2022-08-04T13:07:05.744" v="1074" actId="2696"/>
        <pc:sldMkLst>
          <pc:docMk/>
          <pc:sldMk cId="3940863959" sldId="259"/>
        </pc:sldMkLst>
      </pc:sldChg>
      <pc:sldChg chg="add">
        <pc:chgData name="Filipe Mutz" userId="3fc1660b9a1c200e" providerId="LiveId" clId="{0D61A337-679B-4232-943E-5B32C8346098}" dt="2022-08-04T13:07:08.159" v="1075"/>
        <pc:sldMkLst>
          <pc:docMk/>
          <pc:sldMk cId="1321251395" sldId="260"/>
        </pc:sldMkLst>
      </pc:sldChg>
      <pc:sldChg chg="del">
        <pc:chgData name="Filipe Mutz" userId="3fc1660b9a1c200e" providerId="LiveId" clId="{0D61A337-679B-4232-943E-5B32C8346098}" dt="2022-08-02T02:27:56.115" v="226" actId="47"/>
        <pc:sldMkLst>
          <pc:docMk/>
          <pc:sldMk cId="3209104128" sldId="260"/>
        </pc:sldMkLst>
      </pc:sldChg>
      <pc:sldChg chg="add del">
        <pc:chgData name="Filipe Mutz" userId="3fc1660b9a1c200e" providerId="LiveId" clId="{0D61A337-679B-4232-943E-5B32C8346098}" dt="2022-08-04T13:07:05.744" v="1074" actId="2696"/>
        <pc:sldMkLst>
          <pc:docMk/>
          <pc:sldMk cId="3226037912" sldId="260"/>
        </pc:sldMkLst>
      </pc:sldChg>
      <pc:sldChg chg="delSp modSp mod">
        <pc:chgData name="Filipe Mutz" userId="3fc1660b9a1c200e" providerId="LiveId" clId="{0D61A337-679B-4232-943E-5B32C8346098}" dt="2022-08-04T15:47:03.292" v="6159" actId="1076"/>
        <pc:sldMkLst>
          <pc:docMk/>
          <pc:sldMk cId="3798064362" sldId="261"/>
        </pc:sldMkLst>
      </pc:sldChg>
      <pc:sldChg chg="del">
        <pc:chgData name="Filipe Mutz" userId="3fc1660b9a1c200e" providerId="LiveId" clId="{0D61A337-679B-4232-943E-5B32C8346098}" dt="2022-08-02T02:28:03.795" v="227" actId="47"/>
        <pc:sldMkLst>
          <pc:docMk/>
          <pc:sldMk cId="1000625329" sldId="262"/>
        </pc:sldMkLst>
      </pc:sldChg>
      <pc:sldChg chg="add del">
        <pc:chgData name="Filipe Mutz" userId="3fc1660b9a1c200e" providerId="LiveId" clId="{0D61A337-679B-4232-943E-5B32C8346098}" dt="2022-08-04T13:09:40.448" v="1090" actId="47"/>
        <pc:sldMkLst>
          <pc:docMk/>
          <pc:sldMk cId="3635295693" sldId="262"/>
        </pc:sldMkLst>
      </pc:sldChg>
      <pc:sldChg chg="del">
        <pc:chgData name="Filipe Mutz" userId="3fc1660b9a1c200e" providerId="LiveId" clId="{0D61A337-679B-4232-943E-5B32C8346098}" dt="2022-08-02T02:28:06.196" v="229" actId="47"/>
        <pc:sldMkLst>
          <pc:docMk/>
          <pc:sldMk cId="535333610" sldId="263"/>
        </pc:sldMkLst>
      </pc:sldChg>
      <pc:sldChg chg="add del">
        <pc:chgData name="Filipe Mutz" userId="3fc1660b9a1c200e" providerId="LiveId" clId="{0D61A337-679B-4232-943E-5B32C8346098}" dt="2022-08-02T02:35:48.992" v="301" actId="47"/>
        <pc:sldMkLst>
          <pc:docMk/>
          <pc:sldMk cId="4282735851" sldId="263"/>
        </pc:sldMkLst>
      </pc:sldChg>
      <pc:sldChg chg="add del">
        <pc:chgData name="Filipe Mutz" userId="3fc1660b9a1c200e" providerId="LiveId" clId="{0D61A337-679B-4232-943E-5B32C8346098}" dt="2022-08-02T02:35:46.615" v="300" actId="47"/>
        <pc:sldMkLst>
          <pc:docMk/>
          <pc:sldMk cId="257652917" sldId="264"/>
        </pc:sldMkLst>
      </pc:sldChg>
      <pc:sldChg chg="del">
        <pc:chgData name="Filipe Mutz" userId="3fc1660b9a1c200e" providerId="LiveId" clId="{0D61A337-679B-4232-943E-5B32C8346098}" dt="2022-08-02T02:28:05.416" v="228" actId="47"/>
        <pc:sldMkLst>
          <pc:docMk/>
          <pc:sldMk cId="3573748810" sldId="264"/>
        </pc:sldMkLst>
      </pc:sldChg>
      <pc:sldChg chg="del">
        <pc:chgData name="Filipe Mutz" userId="3fc1660b9a1c200e" providerId="LiveId" clId="{0D61A337-679B-4232-943E-5B32C8346098}" dt="2022-08-02T02:28:36.094" v="235" actId="47"/>
        <pc:sldMkLst>
          <pc:docMk/>
          <pc:sldMk cId="63663948" sldId="265"/>
        </pc:sldMkLst>
      </pc:sldChg>
      <pc:sldChg chg="delSp mod">
        <pc:chgData name="Filipe Mutz" userId="3fc1660b9a1c200e" providerId="LiveId" clId="{0D61A337-679B-4232-943E-5B32C8346098}" dt="2022-08-02T02:28:10.991" v="230" actId="478"/>
        <pc:sldMkLst>
          <pc:docMk/>
          <pc:sldMk cId="2360486310" sldId="266"/>
        </pc:sldMkLst>
      </pc:sldChg>
      <pc:sldChg chg="delSp mod">
        <pc:chgData name="Filipe Mutz" userId="3fc1660b9a1c200e" providerId="LiveId" clId="{0D61A337-679B-4232-943E-5B32C8346098}" dt="2022-08-02T02:28:16.174" v="231" actId="478"/>
        <pc:sldMkLst>
          <pc:docMk/>
          <pc:sldMk cId="2789677649" sldId="267"/>
        </pc:sldMkLst>
      </pc:sldChg>
      <pc:sldChg chg="del">
        <pc:chgData name="Filipe Mutz" userId="3fc1660b9a1c200e" providerId="LiveId" clId="{0D61A337-679B-4232-943E-5B32C8346098}" dt="2022-08-02T02:28:25.698" v="232" actId="47"/>
        <pc:sldMkLst>
          <pc:docMk/>
          <pc:sldMk cId="500120494" sldId="268"/>
        </pc:sldMkLst>
      </pc:sldChg>
      <pc:sldChg chg="modSp add del mod">
        <pc:chgData name="Filipe Mutz" userId="3fc1660b9a1c200e" providerId="LiveId" clId="{0D61A337-679B-4232-943E-5B32C8346098}" dt="2022-08-04T13:09:53.573" v="1091" actId="47"/>
        <pc:sldMkLst>
          <pc:docMk/>
          <pc:sldMk cId="3740383264" sldId="268"/>
        </pc:sldMkLst>
      </pc:sldChg>
      <pc:sldChg chg="add del">
        <pc:chgData name="Filipe Mutz" userId="3fc1660b9a1c200e" providerId="LiveId" clId="{0D61A337-679B-4232-943E-5B32C8346098}" dt="2022-08-02T02:28:31.749" v="234" actId="47"/>
        <pc:sldMkLst>
          <pc:docMk/>
          <pc:sldMk cId="3728493433" sldId="269"/>
        </pc:sldMkLst>
      </pc:sldChg>
      <pc:sldChg chg="del">
        <pc:chgData name="Filipe Mutz" userId="3fc1660b9a1c200e" providerId="LiveId" clId="{0D61A337-679B-4232-943E-5B32C8346098}" dt="2022-08-04T15:41:33.072" v="5829" actId="47"/>
        <pc:sldMkLst>
          <pc:docMk/>
          <pc:sldMk cId="842656534" sldId="270"/>
        </pc:sldMkLst>
      </pc:sldChg>
      <pc:sldChg chg="delSp modSp add del mod">
        <pc:chgData name="Filipe Mutz" userId="3fc1660b9a1c200e" providerId="LiveId" clId="{0D61A337-679B-4232-943E-5B32C8346098}" dt="2022-08-04T13:15:20.009" v="1096" actId="2696"/>
        <pc:sldMkLst>
          <pc:docMk/>
          <pc:sldMk cId="339908874" sldId="274"/>
        </pc:sldMkLst>
      </pc:sldChg>
      <pc:sldChg chg="add del ord">
        <pc:chgData name="Filipe Mutz" userId="3fc1660b9a1c200e" providerId="LiveId" clId="{0D61A337-679B-4232-943E-5B32C8346098}" dt="2022-08-04T14:31:20.646" v="3242" actId="47"/>
        <pc:sldMkLst>
          <pc:docMk/>
          <pc:sldMk cId="1215804073" sldId="274"/>
        </pc:sldMkLst>
      </pc:sldChg>
      <pc:sldChg chg="del">
        <pc:chgData name="Filipe Mutz" userId="3fc1660b9a1c200e" providerId="LiveId" clId="{0D61A337-679B-4232-943E-5B32C8346098}" dt="2022-08-04T15:53:45.649" v="6545" actId="47"/>
        <pc:sldMkLst>
          <pc:docMk/>
          <pc:sldMk cId="3927453488" sldId="275"/>
        </pc:sldMkLst>
      </pc:sldChg>
      <pc:sldChg chg="add del">
        <pc:chgData name="Filipe Mutz" userId="3fc1660b9a1c200e" providerId="LiveId" clId="{0D61A337-679B-4232-943E-5B32C8346098}" dt="2022-08-04T13:15:20.009" v="1096" actId="2696"/>
        <pc:sldMkLst>
          <pc:docMk/>
          <pc:sldMk cId="1125647358" sldId="280"/>
        </pc:sldMkLst>
      </pc:sldChg>
      <pc:sldChg chg="addSp delSp modSp add mod">
        <pc:chgData name="Filipe Mutz" userId="3fc1660b9a1c200e" providerId="LiveId" clId="{0D61A337-679B-4232-943E-5B32C8346098}" dt="2022-08-04T14:38:00.351" v="3645" actId="20577"/>
        <pc:sldMkLst>
          <pc:docMk/>
          <pc:sldMk cId="4271473740" sldId="280"/>
        </pc:sldMkLst>
      </pc:sldChg>
      <pc:sldChg chg="add del">
        <pc:chgData name="Filipe Mutz" userId="3fc1660b9a1c200e" providerId="LiveId" clId="{0D61A337-679B-4232-943E-5B32C8346098}" dt="2022-08-04T13:15:20.009" v="1096" actId="2696"/>
        <pc:sldMkLst>
          <pc:docMk/>
          <pc:sldMk cId="1900481594" sldId="282"/>
        </pc:sldMkLst>
      </pc:sldChg>
      <pc:sldChg chg="add del">
        <pc:chgData name="Filipe Mutz" userId="3fc1660b9a1c200e" providerId="LiveId" clId="{0D61A337-679B-4232-943E-5B32C8346098}" dt="2022-08-04T14:46:31.635" v="3929" actId="47"/>
        <pc:sldMkLst>
          <pc:docMk/>
          <pc:sldMk cId="2770475075" sldId="282"/>
        </pc:sldMkLst>
      </pc:sldChg>
      <pc:sldChg chg="add del">
        <pc:chgData name="Filipe Mutz" userId="3fc1660b9a1c200e" providerId="LiveId" clId="{0D61A337-679B-4232-943E-5B32C8346098}" dt="2022-08-02T02:37:32.271" v="325" actId="47"/>
        <pc:sldMkLst>
          <pc:docMk/>
          <pc:sldMk cId="2430858233" sldId="285"/>
        </pc:sldMkLst>
      </pc:sldChg>
      <pc:sldChg chg="add del">
        <pc:chgData name="Filipe Mutz" userId="3fc1660b9a1c200e" providerId="LiveId" clId="{0D61A337-679B-4232-943E-5B32C8346098}" dt="2022-08-04T15:45:42.717" v="6134" actId="47"/>
        <pc:sldMkLst>
          <pc:docMk/>
          <pc:sldMk cId="1192350269" sldId="286"/>
        </pc:sldMkLst>
      </pc:sldChg>
      <pc:sldChg chg="modSp add del mod">
        <pc:chgData name="Filipe Mutz" userId="3fc1660b9a1c200e" providerId="LiveId" clId="{0D61A337-679B-4232-943E-5B32C8346098}" dt="2022-08-04T13:09:53.573" v="1091" actId="47"/>
        <pc:sldMkLst>
          <pc:docMk/>
          <pc:sldMk cId="3938667576" sldId="287"/>
        </pc:sldMkLst>
      </pc:sldChg>
      <pc:sldChg chg="add del">
        <pc:chgData name="Filipe Mutz" userId="3fc1660b9a1c200e" providerId="LiveId" clId="{0D61A337-679B-4232-943E-5B32C8346098}" dt="2022-08-04T15:45:40.319" v="6131" actId="47"/>
        <pc:sldMkLst>
          <pc:docMk/>
          <pc:sldMk cId="1085479107" sldId="288"/>
        </pc:sldMkLst>
      </pc:sldChg>
      <pc:sldChg chg="modSp add del mod">
        <pc:chgData name="Filipe Mutz" userId="3fc1660b9a1c200e" providerId="LiveId" clId="{0D61A337-679B-4232-943E-5B32C8346098}" dt="2022-08-04T15:45:48.198" v="6135" actId="47"/>
        <pc:sldMkLst>
          <pc:docMk/>
          <pc:sldMk cId="2813534342" sldId="289"/>
        </pc:sldMkLst>
      </pc:sldChg>
      <pc:sldChg chg="add del">
        <pc:chgData name="Filipe Mutz" userId="3fc1660b9a1c200e" providerId="LiveId" clId="{0D61A337-679B-4232-943E-5B32C8346098}" dt="2022-08-04T13:09:53.573" v="1091" actId="47"/>
        <pc:sldMkLst>
          <pc:docMk/>
          <pc:sldMk cId="3813337034" sldId="290"/>
        </pc:sldMkLst>
      </pc:sldChg>
      <pc:sldChg chg="modSp add del mod">
        <pc:chgData name="Filipe Mutz" userId="3fc1660b9a1c200e" providerId="LiveId" clId="{0D61A337-679B-4232-943E-5B32C8346098}" dt="2022-08-04T15:45:37.253" v="6129" actId="47"/>
        <pc:sldMkLst>
          <pc:docMk/>
          <pc:sldMk cId="4067585265" sldId="291"/>
        </pc:sldMkLst>
      </pc:sldChg>
      <pc:sldChg chg="add del">
        <pc:chgData name="Filipe Mutz" userId="3fc1660b9a1c200e" providerId="LiveId" clId="{0D61A337-679B-4232-943E-5B32C8346098}" dt="2022-08-04T15:22:44.721" v="5369" actId="2696"/>
        <pc:sldMkLst>
          <pc:docMk/>
          <pc:sldMk cId="1258329506" sldId="292"/>
        </pc:sldMkLst>
      </pc:sldChg>
      <pc:sldChg chg="addSp delSp modSp add mod">
        <pc:chgData name="Filipe Mutz" userId="3fc1660b9a1c200e" providerId="LiveId" clId="{0D61A337-679B-4232-943E-5B32C8346098}" dt="2022-08-04T15:30:43.016" v="5600" actId="255"/>
        <pc:sldMkLst>
          <pc:docMk/>
          <pc:sldMk cId="2135035612" sldId="292"/>
        </pc:sldMkLst>
      </pc:sldChg>
      <pc:sldChg chg="modSp add del mod">
        <pc:chgData name="Filipe Mutz" userId="3fc1660b9a1c200e" providerId="LiveId" clId="{0D61A337-679B-4232-943E-5B32C8346098}" dt="2022-08-04T13:15:20.009" v="1096" actId="2696"/>
        <pc:sldMkLst>
          <pc:docMk/>
          <pc:sldMk cId="2758134996" sldId="292"/>
        </pc:sldMkLst>
      </pc:sldChg>
      <pc:sldChg chg="modSp add del mod">
        <pc:chgData name="Filipe Mutz" userId="3fc1660b9a1c200e" providerId="LiveId" clId="{0D61A337-679B-4232-943E-5B32C8346098}" dt="2022-08-04T15:45:39.160" v="6130" actId="47"/>
        <pc:sldMkLst>
          <pc:docMk/>
          <pc:sldMk cId="1064489228" sldId="293"/>
        </pc:sldMkLst>
      </pc:sldChg>
      <pc:sldChg chg="modSp add del mod">
        <pc:chgData name="Filipe Mutz" userId="3fc1660b9a1c200e" providerId="LiveId" clId="{0D61A337-679B-4232-943E-5B32C8346098}" dt="2022-08-04T13:15:20.009" v="1096" actId="2696"/>
        <pc:sldMkLst>
          <pc:docMk/>
          <pc:sldMk cId="2686548073" sldId="294"/>
        </pc:sldMkLst>
      </pc:sldChg>
      <pc:sldChg chg="add del">
        <pc:chgData name="Filipe Mutz" userId="3fc1660b9a1c200e" providerId="LiveId" clId="{0D61A337-679B-4232-943E-5B32C8346098}" dt="2022-08-04T15:22:44.721" v="5369" actId="2696"/>
        <pc:sldMkLst>
          <pc:docMk/>
          <pc:sldMk cId="2703424433" sldId="294"/>
        </pc:sldMkLst>
      </pc:sldChg>
      <pc:sldChg chg="modSp add mod">
        <pc:chgData name="Filipe Mutz" userId="3fc1660b9a1c200e" providerId="LiveId" clId="{0D61A337-679B-4232-943E-5B32C8346098}" dt="2022-08-04T15:40:24.532" v="5819" actId="20577"/>
        <pc:sldMkLst>
          <pc:docMk/>
          <pc:sldMk cId="2811496582" sldId="294"/>
        </pc:sldMkLst>
      </pc:sldChg>
      <pc:sldChg chg="addSp delSp modSp add mod">
        <pc:chgData name="Filipe Mutz" userId="3fc1660b9a1c200e" providerId="LiveId" clId="{0D61A337-679B-4232-943E-5B32C8346098}" dt="2022-08-04T15:28:15.980" v="5497" actId="207"/>
        <pc:sldMkLst>
          <pc:docMk/>
          <pc:sldMk cId="1450825732" sldId="295"/>
        </pc:sldMkLst>
      </pc:sldChg>
      <pc:sldChg chg="modSp add del mod">
        <pc:chgData name="Filipe Mutz" userId="3fc1660b9a1c200e" providerId="LiveId" clId="{0D61A337-679B-4232-943E-5B32C8346098}" dt="2022-08-04T13:15:20.009" v="1096" actId="2696"/>
        <pc:sldMkLst>
          <pc:docMk/>
          <pc:sldMk cId="2876637060" sldId="295"/>
        </pc:sldMkLst>
      </pc:sldChg>
      <pc:sldChg chg="add del">
        <pc:chgData name="Filipe Mutz" userId="3fc1660b9a1c200e" providerId="LiveId" clId="{0D61A337-679B-4232-943E-5B32C8346098}" dt="2022-08-04T15:22:44.721" v="5369" actId="2696"/>
        <pc:sldMkLst>
          <pc:docMk/>
          <pc:sldMk cId="4012672396" sldId="295"/>
        </pc:sldMkLst>
      </pc:sldChg>
      <pc:sldChg chg="modSp add del mod">
        <pc:chgData name="Filipe Mutz" userId="3fc1660b9a1c200e" providerId="LiveId" clId="{0D61A337-679B-4232-943E-5B32C8346098}" dt="2022-08-04T13:15:20.009" v="1096" actId="2696"/>
        <pc:sldMkLst>
          <pc:docMk/>
          <pc:sldMk cId="116650364" sldId="296"/>
        </pc:sldMkLst>
      </pc:sldChg>
      <pc:sldChg chg="add del">
        <pc:chgData name="Filipe Mutz" userId="3fc1660b9a1c200e" providerId="LiveId" clId="{0D61A337-679B-4232-943E-5B32C8346098}" dt="2022-08-04T15:22:44.721" v="5369" actId="2696"/>
        <pc:sldMkLst>
          <pc:docMk/>
          <pc:sldMk cId="1107800187" sldId="296"/>
        </pc:sldMkLst>
      </pc:sldChg>
      <pc:sldChg chg="addSp delSp modSp add mod ord">
        <pc:chgData name="Filipe Mutz" userId="3fc1660b9a1c200e" providerId="LiveId" clId="{0D61A337-679B-4232-943E-5B32C8346098}" dt="2022-08-04T15:33:17.327" v="5661" actId="1076"/>
        <pc:sldMkLst>
          <pc:docMk/>
          <pc:sldMk cId="3391337105" sldId="296"/>
        </pc:sldMkLst>
      </pc:sldChg>
      <pc:sldChg chg="del">
        <pc:chgData name="Filipe Mutz" userId="3fc1660b9a1c200e" providerId="LiveId" clId="{0D61A337-679B-4232-943E-5B32C8346098}" dt="2022-08-04T15:53:45.649" v="6545" actId="47"/>
        <pc:sldMkLst>
          <pc:docMk/>
          <pc:sldMk cId="1964053469" sldId="297"/>
        </pc:sldMkLst>
      </pc:sldChg>
      <pc:sldChg chg="ord">
        <pc:chgData name="Filipe Mutz" userId="3fc1660b9a1c200e" providerId="LiveId" clId="{0D61A337-679B-4232-943E-5B32C8346098}" dt="2022-08-04T15:46:30.708" v="6145"/>
        <pc:sldMkLst>
          <pc:docMk/>
          <pc:sldMk cId="2646411642" sldId="298"/>
        </pc:sldMkLst>
      </pc:sldChg>
      <pc:sldChg chg="add">
        <pc:chgData name="Filipe Mutz" userId="3fc1660b9a1c200e" providerId="LiveId" clId="{0D61A337-679B-4232-943E-5B32C8346098}" dt="2022-08-04T15:53:26.653" v="6542"/>
        <pc:sldMkLst>
          <pc:docMk/>
          <pc:sldMk cId="391664234" sldId="299"/>
        </pc:sldMkLst>
      </pc:sldChg>
      <pc:sldChg chg="add del">
        <pc:chgData name="Filipe Mutz" userId="3fc1660b9a1c200e" providerId="LiveId" clId="{0D61A337-679B-4232-943E-5B32C8346098}" dt="2022-08-04T15:53:22.574" v="6541" actId="2696"/>
        <pc:sldMkLst>
          <pc:docMk/>
          <pc:sldMk cId="1402604547" sldId="299"/>
        </pc:sldMkLst>
      </pc:sldChg>
      <pc:sldChg chg="del">
        <pc:chgData name="Filipe Mutz" userId="3fc1660b9a1c200e" providerId="LiveId" clId="{0D61A337-679B-4232-943E-5B32C8346098}" dt="2022-08-04T15:53:14.422" v="6538" actId="47"/>
        <pc:sldMkLst>
          <pc:docMk/>
          <pc:sldMk cId="691723100" sldId="301"/>
        </pc:sldMkLst>
      </pc:sldChg>
      <pc:sldChg chg="del">
        <pc:chgData name="Filipe Mutz" userId="3fc1660b9a1c200e" providerId="LiveId" clId="{0D61A337-679B-4232-943E-5B32C8346098}" dt="2022-08-04T15:53:10.749" v="6537" actId="47"/>
        <pc:sldMkLst>
          <pc:docMk/>
          <pc:sldMk cId="261841734" sldId="302"/>
        </pc:sldMkLst>
      </pc:sldChg>
      <pc:sldChg chg="delSp modSp del mod">
        <pc:chgData name="Filipe Mutz" userId="3fc1660b9a1c200e" providerId="LiveId" clId="{0D61A337-679B-4232-943E-5B32C8346098}" dt="2022-08-04T15:51:08.289" v="6491" actId="2696"/>
        <pc:sldMkLst>
          <pc:docMk/>
          <pc:sldMk cId="3499622033" sldId="303"/>
        </pc:sldMkLst>
      </pc:sldChg>
      <pc:sldChg chg="addSp delSp modSp add mod">
        <pc:chgData name="Filipe Mutz" userId="3fc1660b9a1c200e" providerId="LiveId" clId="{0D61A337-679B-4232-943E-5B32C8346098}" dt="2022-08-04T15:58:06.507" v="6612" actId="1076"/>
        <pc:sldMkLst>
          <pc:docMk/>
          <pc:sldMk cId="4292982638" sldId="303"/>
        </pc:sldMkLst>
      </pc:sldChg>
      <pc:sldChg chg="modSp add del mod">
        <pc:chgData name="Filipe Mutz" userId="3fc1660b9a1c200e" providerId="LiveId" clId="{0D61A337-679B-4232-943E-5B32C8346098}" dt="2022-08-04T15:56:40.713" v="6575" actId="47"/>
        <pc:sldMkLst>
          <pc:docMk/>
          <pc:sldMk cId="3942177874" sldId="304"/>
        </pc:sldMkLst>
      </pc:sldChg>
      <pc:sldChg chg="del">
        <pc:chgData name="Filipe Mutz" userId="3fc1660b9a1c200e" providerId="LiveId" clId="{0D61A337-679B-4232-943E-5B32C8346098}" dt="2022-08-04T15:52:27.516" v="6535" actId="2696"/>
        <pc:sldMkLst>
          <pc:docMk/>
          <pc:sldMk cId="4287952427" sldId="304"/>
        </pc:sldMkLst>
      </pc:sldChg>
      <pc:sldChg chg="delSp del mod">
        <pc:chgData name="Filipe Mutz" userId="3fc1660b9a1c200e" providerId="LiveId" clId="{0D61A337-679B-4232-943E-5B32C8346098}" dt="2022-08-04T15:53:36.491" v="6544" actId="47"/>
        <pc:sldMkLst>
          <pc:docMk/>
          <pc:sldMk cId="3205498156" sldId="305"/>
        </pc:sldMkLst>
      </pc:sldChg>
      <pc:sldChg chg="add del">
        <pc:chgData name="Filipe Mutz" userId="3fc1660b9a1c200e" providerId="LiveId" clId="{0D61A337-679B-4232-943E-5B32C8346098}" dt="2022-08-04T15:53:22.574" v="6541" actId="2696"/>
        <pc:sldMkLst>
          <pc:docMk/>
          <pc:sldMk cId="1821337520" sldId="306"/>
        </pc:sldMkLst>
      </pc:sldChg>
      <pc:sldChg chg="add">
        <pc:chgData name="Filipe Mutz" userId="3fc1660b9a1c200e" providerId="LiveId" clId="{0D61A337-679B-4232-943E-5B32C8346098}" dt="2022-08-04T15:53:26.653" v="6542"/>
        <pc:sldMkLst>
          <pc:docMk/>
          <pc:sldMk cId="3286267742" sldId="306"/>
        </pc:sldMkLst>
      </pc:sldChg>
      <pc:sldChg chg="add">
        <pc:chgData name="Filipe Mutz" userId="3fc1660b9a1c200e" providerId="LiveId" clId="{0D61A337-679B-4232-943E-5B32C8346098}" dt="2022-08-04T15:53:26.653" v="6542"/>
        <pc:sldMkLst>
          <pc:docMk/>
          <pc:sldMk cId="1723335088" sldId="307"/>
        </pc:sldMkLst>
      </pc:sldChg>
      <pc:sldChg chg="del">
        <pc:chgData name="Filipe Mutz" userId="3fc1660b9a1c200e" providerId="LiveId" clId="{0D61A337-679B-4232-943E-5B32C8346098}" dt="2022-08-04T15:53:22.574" v="6541" actId="2696"/>
        <pc:sldMkLst>
          <pc:docMk/>
          <pc:sldMk cId="2055748694" sldId="307"/>
        </pc:sldMkLst>
      </pc:sldChg>
      <pc:sldChg chg="del">
        <pc:chgData name="Filipe Mutz" userId="3fc1660b9a1c200e" providerId="LiveId" clId="{0D61A337-679B-4232-943E-5B32C8346098}" dt="2022-08-04T15:53:34.837" v="6543" actId="47"/>
        <pc:sldMkLst>
          <pc:docMk/>
          <pc:sldMk cId="639692804" sldId="308"/>
        </pc:sldMkLst>
      </pc:sldChg>
      <pc:sldChg chg="del">
        <pc:chgData name="Filipe Mutz" userId="3fc1660b9a1c200e" providerId="LiveId" clId="{0D61A337-679B-4232-943E-5B32C8346098}" dt="2022-08-04T15:53:45.649" v="6545" actId="47"/>
        <pc:sldMkLst>
          <pc:docMk/>
          <pc:sldMk cId="3932044113" sldId="309"/>
        </pc:sldMkLst>
      </pc:sldChg>
      <pc:sldChg chg="del">
        <pc:chgData name="Filipe Mutz" userId="3fc1660b9a1c200e" providerId="LiveId" clId="{0D61A337-679B-4232-943E-5B32C8346098}" dt="2022-08-04T15:53:45.649" v="6545" actId="47"/>
        <pc:sldMkLst>
          <pc:docMk/>
          <pc:sldMk cId="83975681" sldId="310"/>
        </pc:sldMkLst>
      </pc:sldChg>
      <pc:sldChg chg="del">
        <pc:chgData name="Filipe Mutz" userId="3fc1660b9a1c200e" providerId="LiveId" clId="{0D61A337-679B-4232-943E-5B32C8346098}" dt="2022-08-04T15:53:45.649" v="6545" actId="47"/>
        <pc:sldMkLst>
          <pc:docMk/>
          <pc:sldMk cId="3552491083" sldId="311"/>
        </pc:sldMkLst>
      </pc:sldChg>
      <pc:sldChg chg="del">
        <pc:chgData name="Filipe Mutz" userId="3fc1660b9a1c200e" providerId="LiveId" clId="{0D61A337-679B-4232-943E-5B32C8346098}" dt="2022-08-04T15:53:45.649" v="6545" actId="47"/>
        <pc:sldMkLst>
          <pc:docMk/>
          <pc:sldMk cId="1798360284" sldId="312"/>
        </pc:sldMkLst>
      </pc:sldChg>
      <pc:sldChg chg="del">
        <pc:chgData name="Filipe Mutz" userId="3fc1660b9a1c200e" providerId="LiveId" clId="{0D61A337-679B-4232-943E-5B32C8346098}" dt="2022-08-04T15:53:45.649" v="6545" actId="47"/>
        <pc:sldMkLst>
          <pc:docMk/>
          <pc:sldMk cId="628343524" sldId="313"/>
        </pc:sldMkLst>
      </pc:sldChg>
      <pc:sldChg chg="del">
        <pc:chgData name="Filipe Mutz" userId="3fc1660b9a1c200e" providerId="LiveId" clId="{0D61A337-679B-4232-943E-5B32C8346098}" dt="2022-08-04T15:41:34.074" v="5830" actId="47"/>
        <pc:sldMkLst>
          <pc:docMk/>
          <pc:sldMk cId="4037928628" sldId="314"/>
        </pc:sldMkLst>
      </pc:sldChg>
      <pc:sldChg chg="del">
        <pc:chgData name="Filipe Mutz" userId="3fc1660b9a1c200e" providerId="LiveId" clId="{0D61A337-679B-4232-943E-5B32C8346098}" dt="2022-08-04T15:53:45.649" v="6545" actId="47"/>
        <pc:sldMkLst>
          <pc:docMk/>
          <pc:sldMk cId="3944105796" sldId="316"/>
        </pc:sldMkLst>
      </pc:sldChg>
      <pc:sldChg chg="modSp add mod">
        <pc:chgData name="Filipe Mutz" userId="3fc1660b9a1c200e" providerId="LiveId" clId="{0D61A337-679B-4232-943E-5B32C8346098}" dt="2022-08-04T13:02:53.767" v="976" actId="1076"/>
        <pc:sldMkLst>
          <pc:docMk/>
          <pc:sldMk cId="1332051286" sldId="317"/>
        </pc:sldMkLst>
      </pc:sldChg>
      <pc:sldChg chg="modSp new del mod">
        <pc:chgData name="Filipe Mutz" userId="3fc1660b9a1c200e" providerId="LiveId" clId="{0D61A337-679B-4232-943E-5B32C8346098}" dt="2022-08-02T02:31:22.288" v="292" actId="2696"/>
        <pc:sldMkLst>
          <pc:docMk/>
          <pc:sldMk cId="3073444634" sldId="317"/>
        </pc:sldMkLst>
      </pc:sldChg>
      <pc:sldChg chg="add del ord">
        <pc:chgData name="Filipe Mutz" userId="3fc1660b9a1c200e" providerId="LiveId" clId="{0D61A337-679B-4232-943E-5B32C8346098}" dt="2022-08-04T15:55:09.536" v="6552" actId="2696"/>
        <pc:sldMkLst>
          <pc:docMk/>
          <pc:sldMk cId="2348358179" sldId="318"/>
        </pc:sldMkLst>
      </pc:sldChg>
      <pc:sldChg chg="add">
        <pc:chgData name="Filipe Mutz" userId="3fc1660b9a1c200e" providerId="LiveId" clId="{0D61A337-679B-4232-943E-5B32C8346098}" dt="2022-08-04T15:55:23.414" v="6565"/>
        <pc:sldMkLst>
          <pc:docMk/>
          <pc:sldMk cId="3296710484" sldId="318"/>
        </pc:sldMkLst>
      </pc:sldChg>
      <pc:sldChg chg="add">
        <pc:chgData name="Filipe Mutz" userId="3fc1660b9a1c200e" providerId="LiveId" clId="{0D61A337-679B-4232-943E-5B32C8346098}" dt="2022-08-04T13:07:08.159" v="1075"/>
        <pc:sldMkLst>
          <pc:docMk/>
          <pc:sldMk cId="3124385902" sldId="319"/>
        </pc:sldMkLst>
      </pc:sldChg>
      <pc:sldChg chg="add del">
        <pc:chgData name="Filipe Mutz" userId="3fc1660b9a1c200e" providerId="LiveId" clId="{0D61A337-679B-4232-943E-5B32C8346098}" dt="2022-08-04T13:07:05.744" v="1074" actId="2696"/>
        <pc:sldMkLst>
          <pc:docMk/>
          <pc:sldMk cId="3939443253" sldId="319"/>
        </pc:sldMkLst>
      </pc:sldChg>
      <pc:sldChg chg="addSp delSp new del mod ord">
        <pc:chgData name="Filipe Mutz" userId="3fc1660b9a1c200e" providerId="LiveId" clId="{0D61A337-679B-4232-943E-5B32C8346098}" dt="2022-08-04T15:45:26.709" v="6127" actId="2696"/>
        <pc:sldMkLst>
          <pc:docMk/>
          <pc:sldMk cId="1894695289" sldId="320"/>
        </pc:sldMkLst>
      </pc:sldChg>
      <pc:sldChg chg="add del">
        <pc:chgData name="Filipe Mutz" userId="3fc1660b9a1c200e" providerId="LiveId" clId="{0D61A337-679B-4232-943E-5B32C8346098}" dt="2022-08-04T15:50:56.653" v="6490" actId="47"/>
        <pc:sldMkLst>
          <pc:docMk/>
          <pc:sldMk cId="3541785746" sldId="320"/>
        </pc:sldMkLst>
      </pc:sldChg>
      <pc:sldChg chg="addSp delSp new del mod ord">
        <pc:chgData name="Filipe Mutz" userId="3fc1660b9a1c200e" providerId="LiveId" clId="{0D61A337-679B-4232-943E-5B32C8346098}" dt="2022-08-04T15:45:26.709" v="6127" actId="2696"/>
        <pc:sldMkLst>
          <pc:docMk/>
          <pc:sldMk cId="553739852" sldId="321"/>
        </pc:sldMkLst>
      </pc:sldChg>
      <pc:sldChg chg="add del">
        <pc:chgData name="Filipe Mutz" userId="3fc1660b9a1c200e" providerId="LiveId" clId="{0D61A337-679B-4232-943E-5B32C8346098}" dt="2022-08-04T15:50:56.653" v="6490" actId="47"/>
        <pc:sldMkLst>
          <pc:docMk/>
          <pc:sldMk cId="3053464013" sldId="321"/>
        </pc:sldMkLst>
      </pc:sldChg>
      <pc:sldChg chg="add del">
        <pc:chgData name="Filipe Mutz" userId="3fc1660b9a1c200e" providerId="LiveId" clId="{0D61A337-679B-4232-943E-5B32C8346098}" dt="2022-08-04T13:09:53.573" v="1091" actId="47"/>
        <pc:sldMkLst>
          <pc:docMk/>
          <pc:sldMk cId="701430797" sldId="322"/>
        </pc:sldMkLst>
      </pc:sldChg>
      <pc:sldChg chg="add del">
        <pc:chgData name="Filipe Mutz" userId="3fc1660b9a1c200e" providerId="LiveId" clId="{0D61A337-679B-4232-943E-5B32C8346098}" dt="2022-08-04T13:09:53.573" v="1091" actId="47"/>
        <pc:sldMkLst>
          <pc:docMk/>
          <pc:sldMk cId="253407142" sldId="323"/>
        </pc:sldMkLst>
      </pc:sldChg>
      <pc:sldChg chg="add del">
        <pc:chgData name="Filipe Mutz" userId="3fc1660b9a1c200e" providerId="LiveId" clId="{0D61A337-679B-4232-943E-5B32C8346098}" dt="2022-08-04T13:09:53.573" v="1091" actId="47"/>
        <pc:sldMkLst>
          <pc:docMk/>
          <pc:sldMk cId="4113099259" sldId="324"/>
        </pc:sldMkLst>
      </pc:sldChg>
      <pc:sldChg chg="modSp add del mod">
        <pc:chgData name="Filipe Mutz" userId="3fc1660b9a1c200e" providerId="LiveId" clId="{0D61A337-679B-4232-943E-5B32C8346098}" dt="2022-08-04T15:45:41.264" v="6132" actId="47"/>
        <pc:sldMkLst>
          <pc:docMk/>
          <pc:sldMk cId="1736971919" sldId="325"/>
        </pc:sldMkLst>
      </pc:sldChg>
      <pc:sldChg chg="add del">
        <pc:chgData name="Filipe Mutz" userId="3fc1660b9a1c200e" providerId="LiveId" clId="{0D61A337-679B-4232-943E-5B32C8346098}" dt="2022-08-04T14:31:20.646" v="3242" actId="47"/>
        <pc:sldMkLst>
          <pc:docMk/>
          <pc:sldMk cId="1433732076" sldId="326"/>
        </pc:sldMkLst>
      </pc:sldChg>
      <pc:sldChg chg="add del">
        <pc:chgData name="Filipe Mutz" userId="3fc1660b9a1c200e" providerId="LiveId" clId="{0D61A337-679B-4232-943E-5B32C8346098}" dt="2022-08-04T13:10:08.194" v="1092" actId="2696"/>
        <pc:sldMkLst>
          <pc:docMk/>
          <pc:sldMk cId="3288845222" sldId="326"/>
        </pc:sldMkLst>
      </pc:sldChg>
      <pc:sldChg chg="add del">
        <pc:chgData name="Filipe Mutz" userId="3fc1660b9a1c200e" providerId="LiveId" clId="{0D61A337-679B-4232-943E-5B32C8346098}" dt="2022-08-04T15:45:42.086" v="6133" actId="47"/>
        <pc:sldMkLst>
          <pc:docMk/>
          <pc:sldMk cId="2508693143" sldId="327"/>
        </pc:sldMkLst>
      </pc:sldChg>
      <pc:sldChg chg="modSp add mod">
        <pc:chgData name="Filipe Mutz" userId="3fc1660b9a1c200e" providerId="LiveId" clId="{0D61A337-679B-4232-943E-5B32C8346098}" dt="2022-08-04T13:16:13.566" v="1104" actId="404"/>
        <pc:sldMkLst>
          <pc:docMk/>
          <pc:sldMk cId="4175416450" sldId="328"/>
        </pc:sldMkLst>
      </pc:sldChg>
      <pc:sldChg chg="add del">
        <pc:chgData name="Filipe Mutz" userId="3fc1660b9a1c200e" providerId="LiveId" clId="{0D61A337-679B-4232-943E-5B32C8346098}" dt="2022-08-04T13:14:39.929" v="1094" actId="2696"/>
        <pc:sldMkLst>
          <pc:docMk/>
          <pc:sldMk cId="4267485774" sldId="328"/>
        </pc:sldMkLst>
      </pc:sldChg>
      <pc:sldChg chg="add del ord">
        <pc:chgData name="Filipe Mutz" userId="3fc1660b9a1c200e" providerId="LiveId" clId="{0D61A337-679B-4232-943E-5B32C8346098}" dt="2022-08-04T14:31:20.646" v="3242" actId="47"/>
        <pc:sldMkLst>
          <pc:docMk/>
          <pc:sldMk cId="352332798" sldId="329"/>
        </pc:sldMkLst>
      </pc:sldChg>
      <pc:sldChg chg="delSp modSp add del mod">
        <pc:chgData name="Filipe Mutz" userId="3fc1660b9a1c200e" providerId="LiveId" clId="{0D61A337-679B-4232-943E-5B32C8346098}" dt="2022-08-04T13:15:20.009" v="1096" actId="2696"/>
        <pc:sldMkLst>
          <pc:docMk/>
          <pc:sldMk cId="1815368871" sldId="329"/>
        </pc:sldMkLst>
      </pc:sldChg>
      <pc:sldChg chg="delSp modSp add del mod">
        <pc:chgData name="Filipe Mutz" userId="3fc1660b9a1c200e" providerId="LiveId" clId="{0D61A337-679B-4232-943E-5B32C8346098}" dt="2022-08-04T13:15:20.009" v="1096" actId="2696"/>
        <pc:sldMkLst>
          <pc:docMk/>
          <pc:sldMk cId="1113353205" sldId="330"/>
        </pc:sldMkLst>
      </pc:sldChg>
      <pc:sldChg chg="add del">
        <pc:chgData name="Filipe Mutz" userId="3fc1660b9a1c200e" providerId="LiveId" clId="{0D61A337-679B-4232-943E-5B32C8346098}" dt="2022-08-04T15:09:41.712" v="4848" actId="47"/>
        <pc:sldMkLst>
          <pc:docMk/>
          <pc:sldMk cId="1497669095" sldId="330"/>
        </pc:sldMkLst>
      </pc:sldChg>
      <pc:sldChg chg="delSp modSp add del mod">
        <pc:chgData name="Filipe Mutz" userId="3fc1660b9a1c200e" providerId="LiveId" clId="{0D61A337-679B-4232-943E-5B32C8346098}" dt="2022-08-04T13:15:20.009" v="1096" actId="2696"/>
        <pc:sldMkLst>
          <pc:docMk/>
          <pc:sldMk cId="335224427" sldId="331"/>
        </pc:sldMkLst>
      </pc:sldChg>
      <pc:sldChg chg="add del">
        <pc:chgData name="Filipe Mutz" userId="3fc1660b9a1c200e" providerId="LiveId" clId="{0D61A337-679B-4232-943E-5B32C8346098}" dt="2022-08-04T15:09:47.406" v="4849" actId="47"/>
        <pc:sldMkLst>
          <pc:docMk/>
          <pc:sldMk cId="2150123736" sldId="331"/>
        </pc:sldMkLst>
      </pc:sldChg>
      <pc:sldChg chg="addSp delSp modSp add mod ord">
        <pc:chgData name="Filipe Mutz" userId="3fc1660b9a1c200e" providerId="LiveId" clId="{0D61A337-679B-4232-943E-5B32C8346098}" dt="2022-08-04T15:20:12.960" v="5294" actId="20577"/>
        <pc:sldMkLst>
          <pc:docMk/>
          <pc:sldMk cId="871668674" sldId="332"/>
        </pc:sldMkLst>
      </pc:sldChg>
      <pc:sldChg chg="modSp add del mod">
        <pc:chgData name="Filipe Mutz" userId="3fc1660b9a1c200e" providerId="LiveId" clId="{0D61A337-679B-4232-943E-5B32C8346098}" dt="2022-08-04T13:15:20.009" v="1096" actId="2696"/>
        <pc:sldMkLst>
          <pc:docMk/>
          <pc:sldMk cId="3136834051" sldId="332"/>
        </pc:sldMkLst>
      </pc:sldChg>
      <pc:sldChg chg="add del">
        <pc:chgData name="Filipe Mutz" userId="3fc1660b9a1c200e" providerId="LiveId" clId="{0D61A337-679B-4232-943E-5B32C8346098}" dt="2022-08-04T15:41:08.801" v="5828" actId="47"/>
        <pc:sldMkLst>
          <pc:docMk/>
          <pc:sldMk cId="913344761" sldId="333"/>
        </pc:sldMkLst>
      </pc:sldChg>
      <pc:sldChg chg="modSp add del mod">
        <pc:chgData name="Filipe Mutz" userId="3fc1660b9a1c200e" providerId="LiveId" clId="{0D61A337-679B-4232-943E-5B32C8346098}" dt="2022-08-04T13:15:20.009" v="1096" actId="2696"/>
        <pc:sldMkLst>
          <pc:docMk/>
          <pc:sldMk cId="1543117344" sldId="333"/>
        </pc:sldMkLst>
      </pc:sldChg>
      <pc:sldChg chg="modSp add mod">
        <pc:chgData name="Filipe Mutz" userId="3fc1660b9a1c200e" providerId="LiveId" clId="{0D61A337-679B-4232-943E-5B32C8346098}" dt="2022-08-04T15:35:23.483" v="5714" actId="207"/>
        <pc:sldMkLst>
          <pc:docMk/>
          <pc:sldMk cId="1336455688" sldId="334"/>
        </pc:sldMkLst>
      </pc:sldChg>
      <pc:sldChg chg="modSp add del mod">
        <pc:chgData name="Filipe Mutz" userId="3fc1660b9a1c200e" providerId="LiveId" clId="{0D61A337-679B-4232-943E-5B32C8346098}" dt="2022-08-04T13:15:20.009" v="1096" actId="2696"/>
        <pc:sldMkLst>
          <pc:docMk/>
          <pc:sldMk cId="2760945491" sldId="334"/>
        </pc:sldMkLst>
      </pc:sldChg>
      <pc:sldChg chg="add del">
        <pc:chgData name="Filipe Mutz" userId="3fc1660b9a1c200e" providerId="LiveId" clId="{0D61A337-679B-4232-943E-5B32C8346098}" dt="2022-08-04T15:22:44.721" v="5369" actId="2696"/>
        <pc:sldMkLst>
          <pc:docMk/>
          <pc:sldMk cId="3114469092" sldId="334"/>
        </pc:sldMkLst>
      </pc:sldChg>
      <pc:sldChg chg="delSp modSp add mod">
        <pc:chgData name="Filipe Mutz" userId="3fc1660b9a1c200e" providerId="LiveId" clId="{0D61A337-679B-4232-943E-5B32C8346098}" dt="2022-08-04T15:39:35.679" v="5779" actId="1076"/>
        <pc:sldMkLst>
          <pc:docMk/>
          <pc:sldMk cId="222717267" sldId="335"/>
        </pc:sldMkLst>
      </pc:sldChg>
      <pc:sldChg chg="modSp add del mod">
        <pc:chgData name="Filipe Mutz" userId="3fc1660b9a1c200e" providerId="LiveId" clId="{0D61A337-679B-4232-943E-5B32C8346098}" dt="2022-08-04T13:15:20.009" v="1096" actId="2696"/>
        <pc:sldMkLst>
          <pc:docMk/>
          <pc:sldMk cId="1378693893" sldId="335"/>
        </pc:sldMkLst>
      </pc:sldChg>
      <pc:sldChg chg="add del">
        <pc:chgData name="Filipe Mutz" userId="3fc1660b9a1c200e" providerId="LiveId" clId="{0D61A337-679B-4232-943E-5B32C8346098}" dt="2022-08-04T15:22:44.721" v="5369" actId="2696"/>
        <pc:sldMkLst>
          <pc:docMk/>
          <pc:sldMk cId="2441600248" sldId="335"/>
        </pc:sldMkLst>
      </pc:sldChg>
      <pc:sldChg chg="add del">
        <pc:chgData name="Filipe Mutz" userId="3fc1660b9a1c200e" providerId="LiveId" clId="{0D61A337-679B-4232-943E-5B32C8346098}" dt="2022-08-04T15:22:44.721" v="5369" actId="2696"/>
        <pc:sldMkLst>
          <pc:docMk/>
          <pc:sldMk cId="1116415153" sldId="336"/>
        </pc:sldMkLst>
      </pc:sldChg>
      <pc:sldChg chg="modSp add mod ord">
        <pc:chgData name="Filipe Mutz" userId="3fc1660b9a1c200e" providerId="LiveId" clId="{0D61A337-679B-4232-943E-5B32C8346098}" dt="2022-08-04T15:40:06.193" v="5786" actId="122"/>
        <pc:sldMkLst>
          <pc:docMk/>
          <pc:sldMk cId="3775231602" sldId="336"/>
        </pc:sldMkLst>
      </pc:sldChg>
      <pc:sldChg chg="delSp add del mod">
        <pc:chgData name="Filipe Mutz" userId="3fc1660b9a1c200e" providerId="LiveId" clId="{0D61A337-679B-4232-943E-5B32C8346098}" dt="2022-08-04T13:15:20.009" v="1096" actId="2696"/>
        <pc:sldMkLst>
          <pc:docMk/>
          <pc:sldMk cId="4261960143" sldId="336"/>
        </pc:sldMkLst>
      </pc:sldChg>
      <pc:sldChg chg="modSp add mod">
        <pc:chgData name="Filipe Mutz" userId="3fc1660b9a1c200e" providerId="LiveId" clId="{0D61A337-679B-4232-943E-5B32C8346098}" dt="2022-08-04T15:40:38.372" v="5825" actId="1076"/>
        <pc:sldMkLst>
          <pc:docMk/>
          <pc:sldMk cId="220804805" sldId="337"/>
        </pc:sldMkLst>
      </pc:sldChg>
      <pc:sldChg chg="add del">
        <pc:chgData name="Filipe Mutz" userId="3fc1660b9a1c200e" providerId="LiveId" clId="{0D61A337-679B-4232-943E-5B32C8346098}" dt="2022-08-04T15:22:44.721" v="5369" actId="2696"/>
        <pc:sldMkLst>
          <pc:docMk/>
          <pc:sldMk cId="451505622" sldId="337"/>
        </pc:sldMkLst>
      </pc:sldChg>
      <pc:sldChg chg="modSp add del mod">
        <pc:chgData name="Filipe Mutz" userId="3fc1660b9a1c200e" providerId="LiveId" clId="{0D61A337-679B-4232-943E-5B32C8346098}" dt="2022-08-04T13:15:20.009" v="1096" actId="2696"/>
        <pc:sldMkLst>
          <pc:docMk/>
          <pc:sldMk cId="3689279093" sldId="337"/>
        </pc:sldMkLst>
      </pc:sldChg>
      <pc:sldChg chg="delSp modSp add del mod">
        <pc:chgData name="Filipe Mutz" userId="3fc1660b9a1c200e" providerId="LiveId" clId="{0D61A337-679B-4232-943E-5B32C8346098}" dt="2022-08-04T13:15:20.009" v="1096" actId="2696"/>
        <pc:sldMkLst>
          <pc:docMk/>
          <pc:sldMk cId="292298446" sldId="338"/>
        </pc:sldMkLst>
      </pc:sldChg>
      <pc:sldChg chg="add">
        <pc:chgData name="Filipe Mutz" userId="3fc1660b9a1c200e" providerId="LiveId" clId="{0D61A337-679B-4232-943E-5B32C8346098}" dt="2022-08-04T15:22:47.557" v="5370"/>
        <pc:sldMkLst>
          <pc:docMk/>
          <pc:sldMk cId="406148408" sldId="338"/>
        </pc:sldMkLst>
      </pc:sldChg>
      <pc:sldChg chg="add del">
        <pc:chgData name="Filipe Mutz" userId="3fc1660b9a1c200e" providerId="LiveId" clId="{0D61A337-679B-4232-943E-5B32C8346098}" dt="2022-08-04T15:22:44.721" v="5369" actId="2696"/>
        <pc:sldMkLst>
          <pc:docMk/>
          <pc:sldMk cId="956263856" sldId="338"/>
        </pc:sldMkLst>
      </pc:sldChg>
      <pc:sldChg chg="delSp new del mod">
        <pc:chgData name="Filipe Mutz" userId="3fc1660b9a1c200e" providerId="LiveId" clId="{0D61A337-679B-4232-943E-5B32C8346098}" dt="2022-08-02T02:42:13.951" v="343" actId="47"/>
        <pc:sldMkLst>
          <pc:docMk/>
          <pc:sldMk cId="64334342" sldId="339"/>
        </pc:sldMkLst>
      </pc:sldChg>
      <pc:sldChg chg="add del">
        <pc:chgData name="Filipe Mutz" userId="3fc1660b9a1c200e" providerId="LiveId" clId="{0D61A337-679B-4232-943E-5B32C8346098}" dt="2022-08-04T15:22:44.721" v="5369" actId="2696"/>
        <pc:sldMkLst>
          <pc:docMk/>
          <pc:sldMk cId="524194285" sldId="339"/>
        </pc:sldMkLst>
      </pc:sldChg>
      <pc:sldChg chg="add">
        <pc:chgData name="Filipe Mutz" userId="3fc1660b9a1c200e" providerId="LiveId" clId="{0D61A337-679B-4232-943E-5B32C8346098}" dt="2022-08-04T15:22:47.557" v="5370"/>
        <pc:sldMkLst>
          <pc:docMk/>
          <pc:sldMk cId="935168088" sldId="339"/>
        </pc:sldMkLst>
      </pc:sldChg>
      <pc:sldChg chg="addSp delSp modSp new del mod">
        <pc:chgData name="Filipe Mutz" userId="3fc1660b9a1c200e" providerId="LiveId" clId="{0D61A337-679B-4232-943E-5B32C8346098}" dt="2022-08-04T13:15:20.009" v="1096" actId="2696"/>
        <pc:sldMkLst>
          <pc:docMk/>
          <pc:sldMk cId="1797515683" sldId="339"/>
        </pc:sldMkLst>
      </pc:sldChg>
      <pc:sldChg chg="add del">
        <pc:chgData name="Filipe Mutz" userId="3fc1660b9a1c200e" providerId="LiveId" clId="{0D61A337-679B-4232-943E-5B32C8346098}" dt="2022-08-04T15:22:44.721" v="5369" actId="2696"/>
        <pc:sldMkLst>
          <pc:docMk/>
          <pc:sldMk cId="479336790" sldId="340"/>
        </pc:sldMkLst>
      </pc:sldChg>
      <pc:sldChg chg="addSp modSp new del mod">
        <pc:chgData name="Filipe Mutz" userId="3fc1660b9a1c200e" providerId="LiveId" clId="{0D61A337-679B-4232-943E-5B32C8346098}" dt="2022-08-04T13:15:20.009" v="1096" actId="2696"/>
        <pc:sldMkLst>
          <pc:docMk/>
          <pc:sldMk cId="2748124011" sldId="340"/>
        </pc:sldMkLst>
      </pc:sldChg>
      <pc:sldChg chg="add">
        <pc:chgData name="Filipe Mutz" userId="3fc1660b9a1c200e" providerId="LiveId" clId="{0D61A337-679B-4232-943E-5B32C8346098}" dt="2022-08-04T15:22:47.557" v="5370"/>
        <pc:sldMkLst>
          <pc:docMk/>
          <pc:sldMk cId="3018544356" sldId="340"/>
        </pc:sldMkLst>
      </pc:sldChg>
      <pc:sldChg chg="add">
        <pc:chgData name="Filipe Mutz" userId="3fc1660b9a1c200e" providerId="LiveId" clId="{0D61A337-679B-4232-943E-5B32C8346098}" dt="2022-08-04T15:22:47.557" v="5370"/>
        <pc:sldMkLst>
          <pc:docMk/>
          <pc:sldMk cId="1586646604" sldId="341"/>
        </pc:sldMkLst>
      </pc:sldChg>
      <pc:sldChg chg="addSp modSp new del mod ord">
        <pc:chgData name="Filipe Mutz" userId="3fc1660b9a1c200e" providerId="LiveId" clId="{0D61A337-679B-4232-943E-5B32C8346098}" dt="2022-08-04T13:15:20.009" v="1096" actId="2696"/>
        <pc:sldMkLst>
          <pc:docMk/>
          <pc:sldMk cId="1842052687" sldId="341"/>
        </pc:sldMkLst>
      </pc:sldChg>
      <pc:sldChg chg="add del">
        <pc:chgData name="Filipe Mutz" userId="3fc1660b9a1c200e" providerId="LiveId" clId="{0D61A337-679B-4232-943E-5B32C8346098}" dt="2022-08-04T15:22:44.721" v="5369" actId="2696"/>
        <pc:sldMkLst>
          <pc:docMk/>
          <pc:sldMk cId="4035388286" sldId="341"/>
        </pc:sldMkLst>
      </pc:sldChg>
      <pc:sldChg chg="addSp modSp new del mod">
        <pc:chgData name="Filipe Mutz" userId="3fc1660b9a1c200e" providerId="LiveId" clId="{0D61A337-679B-4232-943E-5B32C8346098}" dt="2022-08-02T02:56:23.957" v="425" actId="47"/>
        <pc:sldMkLst>
          <pc:docMk/>
          <pc:sldMk cId="190288393" sldId="342"/>
        </pc:sldMkLst>
      </pc:sldChg>
      <pc:sldChg chg="add del">
        <pc:chgData name="Filipe Mutz" userId="3fc1660b9a1c200e" providerId="LiveId" clId="{0D61A337-679B-4232-943E-5B32C8346098}" dt="2022-08-04T15:22:44.721" v="5369" actId="2696"/>
        <pc:sldMkLst>
          <pc:docMk/>
          <pc:sldMk cId="2986874716" sldId="343"/>
        </pc:sldMkLst>
      </pc:sldChg>
      <pc:sldChg chg="addSp new del">
        <pc:chgData name="Filipe Mutz" userId="3fc1660b9a1c200e" providerId="LiveId" clId="{0D61A337-679B-4232-943E-5B32C8346098}" dt="2022-08-04T13:15:20.009" v="1096" actId="2696"/>
        <pc:sldMkLst>
          <pc:docMk/>
          <pc:sldMk cId="3855749077" sldId="343"/>
        </pc:sldMkLst>
      </pc:sldChg>
      <pc:sldChg chg="add">
        <pc:chgData name="Filipe Mutz" userId="3fc1660b9a1c200e" providerId="LiveId" clId="{0D61A337-679B-4232-943E-5B32C8346098}" dt="2022-08-04T15:22:47.557" v="5370"/>
        <pc:sldMkLst>
          <pc:docMk/>
          <pc:sldMk cId="3950942045" sldId="343"/>
        </pc:sldMkLst>
      </pc:sldChg>
      <pc:sldChg chg="addSp delSp modSp new del mod ord">
        <pc:chgData name="Filipe Mutz" userId="3fc1660b9a1c200e" providerId="LiveId" clId="{0D61A337-679B-4232-943E-5B32C8346098}" dt="2022-08-04T13:15:20.009" v="1096" actId="2696"/>
        <pc:sldMkLst>
          <pc:docMk/>
          <pc:sldMk cId="335455520" sldId="344"/>
        </pc:sldMkLst>
      </pc:sldChg>
      <pc:sldChg chg="add del">
        <pc:chgData name="Filipe Mutz" userId="3fc1660b9a1c200e" providerId="LiveId" clId="{0D61A337-679B-4232-943E-5B32C8346098}" dt="2022-08-04T15:22:44.721" v="5369" actId="2696"/>
        <pc:sldMkLst>
          <pc:docMk/>
          <pc:sldMk cId="703743584" sldId="344"/>
        </pc:sldMkLst>
      </pc:sldChg>
      <pc:sldChg chg="add">
        <pc:chgData name="Filipe Mutz" userId="3fc1660b9a1c200e" providerId="LiveId" clId="{0D61A337-679B-4232-943E-5B32C8346098}" dt="2022-08-04T15:22:47.557" v="5370"/>
        <pc:sldMkLst>
          <pc:docMk/>
          <pc:sldMk cId="1561180483" sldId="344"/>
        </pc:sldMkLst>
      </pc:sldChg>
      <pc:sldChg chg="new del">
        <pc:chgData name="Filipe Mutz" userId="3fc1660b9a1c200e" providerId="LiveId" clId="{0D61A337-679B-4232-943E-5B32C8346098}" dt="2022-08-02T03:03:09.578" v="450" actId="47"/>
        <pc:sldMkLst>
          <pc:docMk/>
          <pc:sldMk cId="2045920921" sldId="345"/>
        </pc:sldMkLst>
      </pc:sldChg>
      <pc:sldChg chg="addSp delSp modSp add mod">
        <pc:chgData name="Filipe Mutz" userId="3fc1660b9a1c200e" providerId="LiveId" clId="{0D61A337-679B-4232-943E-5B32C8346098}" dt="2022-08-02T03:04:51.094" v="480" actId="1076"/>
        <pc:sldMkLst>
          <pc:docMk/>
          <pc:sldMk cId="4137692985" sldId="346"/>
        </pc:sldMkLst>
      </pc:sldChg>
      <pc:sldChg chg="modSp add del mod ord">
        <pc:chgData name="Filipe Mutz" userId="3fc1660b9a1c200e" providerId="LiveId" clId="{0D61A337-679B-4232-943E-5B32C8346098}" dt="2022-08-04T15:22:53.221" v="5371" actId="47"/>
        <pc:sldMkLst>
          <pc:docMk/>
          <pc:sldMk cId="1635498769" sldId="347"/>
        </pc:sldMkLst>
      </pc:sldChg>
      <pc:sldChg chg="delSp modSp new del mod">
        <pc:chgData name="Filipe Mutz" userId="3fc1660b9a1c200e" providerId="LiveId" clId="{0D61A337-679B-4232-943E-5B32C8346098}" dt="2022-08-04T13:15:20.009" v="1096" actId="2696"/>
        <pc:sldMkLst>
          <pc:docMk/>
          <pc:sldMk cId="1918723347" sldId="347"/>
        </pc:sldMkLst>
      </pc:sldChg>
      <pc:sldChg chg="modSp add del mod">
        <pc:chgData name="Filipe Mutz" userId="3fc1660b9a1c200e" providerId="LiveId" clId="{0D61A337-679B-4232-943E-5B32C8346098}" dt="2022-08-04T13:15:20.009" v="1096" actId="2696"/>
        <pc:sldMkLst>
          <pc:docMk/>
          <pc:sldMk cId="212023800" sldId="348"/>
        </pc:sldMkLst>
      </pc:sldChg>
      <pc:sldChg chg="add del ord">
        <pc:chgData name="Filipe Mutz" userId="3fc1660b9a1c200e" providerId="LiveId" clId="{0D61A337-679B-4232-943E-5B32C8346098}" dt="2022-08-04T15:22:53.221" v="5371" actId="47"/>
        <pc:sldMkLst>
          <pc:docMk/>
          <pc:sldMk cId="1672751267" sldId="348"/>
        </pc:sldMkLst>
      </pc:sldChg>
      <pc:sldChg chg="modSp add mod ord">
        <pc:chgData name="Filipe Mutz" userId="3fc1660b9a1c200e" providerId="LiveId" clId="{0D61A337-679B-4232-943E-5B32C8346098}" dt="2022-08-04T15:16:28.397" v="5163" actId="403"/>
        <pc:sldMkLst>
          <pc:docMk/>
          <pc:sldMk cId="333533921" sldId="349"/>
        </pc:sldMkLst>
      </pc:sldChg>
      <pc:sldChg chg="addSp delSp modSp new del mod ord modAnim">
        <pc:chgData name="Filipe Mutz" userId="3fc1660b9a1c200e" providerId="LiveId" clId="{0D61A337-679B-4232-943E-5B32C8346098}" dt="2022-08-04T13:15:20.009" v="1096" actId="2696"/>
        <pc:sldMkLst>
          <pc:docMk/>
          <pc:sldMk cId="862398575" sldId="349"/>
        </pc:sldMkLst>
      </pc:sldChg>
      <pc:sldChg chg="add del">
        <pc:chgData name="Filipe Mutz" userId="3fc1660b9a1c200e" providerId="LiveId" clId="{0D61A337-679B-4232-943E-5B32C8346098}" dt="2022-08-04T15:16:35.357" v="5164" actId="47"/>
        <pc:sldMkLst>
          <pc:docMk/>
          <pc:sldMk cId="1840888180" sldId="350"/>
        </pc:sldMkLst>
      </pc:sldChg>
      <pc:sldChg chg="delSp new del mod">
        <pc:chgData name="Filipe Mutz" userId="3fc1660b9a1c200e" providerId="LiveId" clId="{0D61A337-679B-4232-943E-5B32C8346098}" dt="2022-08-04T13:15:20.009" v="1096" actId="2696"/>
        <pc:sldMkLst>
          <pc:docMk/>
          <pc:sldMk cId="3039053040" sldId="350"/>
        </pc:sldMkLst>
      </pc:sldChg>
      <pc:sldChg chg="delSp modSp new mod ord">
        <pc:chgData name="Filipe Mutz" userId="3fc1660b9a1c200e" providerId="LiveId" clId="{0D61A337-679B-4232-943E-5B32C8346098}" dt="2022-08-04T13:04:22.793" v="988"/>
        <pc:sldMkLst>
          <pc:docMk/>
          <pc:sldMk cId="2102136041" sldId="351"/>
        </pc:sldMkLst>
      </pc:sldChg>
      <pc:sldChg chg="modSp add mod">
        <pc:chgData name="Filipe Mutz" userId="3fc1660b9a1c200e" providerId="LiveId" clId="{0D61A337-679B-4232-943E-5B32C8346098}" dt="2022-08-04T12:57:46.439" v="648" actId="1076"/>
        <pc:sldMkLst>
          <pc:docMk/>
          <pc:sldMk cId="1123656731" sldId="352"/>
        </pc:sldMkLst>
      </pc:sldChg>
      <pc:sldChg chg="modSp add mod">
        <pc:chgData name="Filipe Mutz" userId="3fc1660b9a1c200e" providerId="LiveId" clId="{0D61A337-679B-4232-943E-5B32C8346098}" dt="2022-08-04T13:04:50.607" v="1039" actId="1076"/>
        <pc:sldMkLst>
          <pc:docMk/>
          <pc:sldMk cId="2112004279" sldId="353"/>
        </pc:sldMkLst>
      </pc:sldChg>
      <pc:sldChg chg="modSp add mod">
        <pc:chgData name="Filipe Mutz" userId="3fc1660b9a1c200e" providerId="LiveId" clId="{0D61A337-679B-4232-943E-5B32C8346098}" dt="2022-08-04T13:06:11.655" v="1067" actId="14100"/>
        <pc:sldMkLst>
          <pc:docMk/>
          <pc:sldMk cId="122442691" sldId="354"/>
        </pc:sldMkLst>
      </pc:sldChg>
      <pc:sldChg chg="add del">
        <pc:chgData name="Filipe Mutz" userId="3fc1660b9a1c200e" providerId="LiveId" clId="{0D61A337-679B-4232-943E-5B32C8346098}" dt="2022-08-04T13:05:01.690" v="1041"/>
        <pc:sldMkLst>
          <pc:docMk/>
          <pc:sldMk cId="4198719092" sldId="354"/>
        </pc:sldMkLst>
      </pc:sldChg>
      <pc:sldChg chg="modSp add mod">
        <pc:chgData name="Filipe Mutz" userId="3fc1660b9a1c200e" providerId="LiveId" clId="{0D61A337-679B-4232-943E-5B32C8346098}" dt="2022-08-04T13:06:02.616" v="1065" actId="14100"/>
        <pc:sldMkLst>
          <pc:docMk/>
          <pc:sldMk cId="1187129091" sldId="355"/>
        </pc:sldMkLst>
      </pc:sldChg>
      <pc:sldChg chg="addSp delSp modSp new mod">
        <pc:chgData name="Filipe Mutz" userId="3fc1660b9a1c200e" providerId="LiveId" clId="{0D61A337-679B-4232-943E-5B32C8346098}" dt="2022-08-04T13:08:42.405" v="1085" actId="14100"/>
        <pc:sldMkLst>
          <pc:docMk/>
          <pc:sldMk cId="1655192545" sldId="356"/>
        </pc:sldMkLst>
      </pc:sldChg>
      <pc:sldChg chg="addSp delSp modSp new mod">
        <pc:chgData name="Filipe Mutz" userId="3fc1660b9a1c200e" providerId="LiveId" clId="{0D61A337-679B-4232-943E-5B32C8346098}" dt="2022-08-04T13:23:48.892" v="1213" actId="1076"/>
        <pc:sldMkLst>
          <pc:docMk/>
          <pc:sldMk cId="1827800760" sldId="357"/>
        </pc:sldMkLst>
      </pc:sldChg>
      <pc:sldChg chg="add del">
        <pc:chgData name="Filipe Mutz" userId="3fc1660b9a1c200e" providerId="LiveId" clId="{0D61A337-679B-4232-943E-5B32C8346098}" dt="2022-08-04T13:09:24.094" v="1087" actId="2696"/>
        <pc:sldMkLst>
          <pc:docMk/>
          <pc:sldMk cId="3698981759" sldId="357"/>
        </pc:sldMkLst>
      </pc:sldChg>
      <pc:sldChg chg="add del">
        <pc:chgData name="Filipe Mutz" userId="3fc1660b9a1c200e" providerId="LiveId" clId="{0D61A337-679B-4232-943E-5B32C8346098}" dt="2022-08-04T13:23:59.337" v="1215"/>
        <pc:sldMkLst>
          <pc:docMk/>
          <pc:sldMk cId="1125717714" sldId="358"/>
        </pc:sldMkLst>
      </pc:sldChg>
      <pc:sldChg chg="addSp delSp modSp new mod">
        <pc:chgData name="Filipe Mutz" userId="3fc1660b9a1c200e" providerId="LiveId" clId="{0D61A337-679B-4232-943E-5B32C8346098}" dt="2022-08-04T13:29:59.273" v="1405" actId="1036"/>
        <pc:sldMkLst>
          <pc:docMk/>
          <pc:sldMk cId="3361354328" sldId="358"/>
        </pc:sldMkLst>
      </pc:sldChg>
      <pc:sldChg chg="addSp delSp modSp new mod modNotesTx">
        <pc:chgData name="Filipe Mutz" userId="3fc1660b9a1c200e" providerId="LiveId" clId="{0D61A337-679B-4232-943E-5B32C8346098}" dt="2022-08-04T13:43:01.781" v="1735" actId="20577"/>
        <pc:sldMkLst>
          <pc:docMk/>
          <pc:sldMk cId="3957192221" sldId="359"/>
        </pc:sldMkLst>
      </pc:sldChg>
      <pc:sldChg chg="addSp delSp modSp add mod modNotesTx">
        <pc:chgData name="Filipe Mutz" userId="3fc1660b9a1c200e" providerId="LiveId" clId="{0D61A337-679B-4232-943E-5B32C8346098}" dt="2022-08-04T13:48:27.579" v="2129" actId="404"/>
        <pc:sldMkLst>
          <pc:docMk/>
          <pc:sldMk cId="529399522" sldId="360"/>
        </pc:sldMkLst>
      </pc:sldChg>
      <pc:sldChg chg="addSp delSp modSp new mod">
        <pc:chgData name="Filipe Mutz" userId="3fc1660b9a1c200e" providerId="LiveId" clId="{0D61A337-679B-4232-943E-5B32C8346098}" dt="2022-08-04T14:03:41.252" v="2538" actId="207"/>
        <pc:sldMkLst>
          <pc:docMk/>
          <pc:sldMk cId="931546512" sldId="361"/>
        </pc:sldMkLst>
      </pc:sldChg>
      <pc:sldChg chg="modSp add mod">
        <pc:chgData name="Filipe Mutz" userId="3fc1660b9a1c200e" providerId="LiveId" clId="{0D61A337-679B-4232-943E-5B32C8346098}" dt="2022-08-04T13:48:58.682" v="2161" actId="20577"/>
        <pc:sldMkLst>
          <pc:docMk/>
          <pc:sldMk cId="1819794088" sldId="362"/>
        </pc:sldMkLst>
      </pc:sldChg>
      <pc:sldChg chg="modSp add mod">
        <pc:chgData name="Filipe Mutz" userId="3fc1660b9a1c200e" providerId="LiveId" clId="{0D61A337-679B-4232-943E-5B32C8346098}" dt="2022-08-04T13:49:29.762" v="2226" actId="20577"/>
        <pc:sldMkLst>
          <pc:docMk/>
          <pc:sldMk cId="2639318437" sldId="363"/>
        </pc:sldMkLst>
      </pc:sldChg>
      <pc:sldChg chg="addSp delSp modSp new mod">
        <pc:chgData name="Filipe Mutz" userId="3fc1660b9a1c200e" providerId="LiveId" clId="{0D61A337-679B-4232-943E-5B32C8346098}" dt="2022-08-04T13:51:19.735" v="2254" actId="1076"/>
        <pc:sldMkLst>
          <pc:docMk/>
          <pc:sldMk cId="2063789839" sldId="364"/>
        </pc:sldMkLst>
      </pc:sldChg>
      <pc:sldChg chg="addSp delSp modSp add">
        <pc:chgData name="Filipe Mutz" userId="3fc1660b9a1c200e" providerId="LiveId" clId="{0D61A337-679B-4232-943E-5B32C8346098}" dt="2022-08-04T13:53:28.695" v="2277" actId="1076"/>
        <pc:sldMkLst>
          <pc:docMk/>
          <pc:sldMk cId="4010349230" sldId="365"/>
        </pc:sldMkLst>
      </pc:sldChg>
      <pc:sldChg chg="modSp add mod">
        <pc:chgData name="Filipe Mutz" userId="3fc1660b9a1c200e" providerId="LiveId" clId="{0D61A337-679B-4232-943E-5B32C8346098}" dt="2022-08-04T13:54:02.003" v="2319" actId="20577"/>
        <pc:sldMkLst>
          <pc:docMk/>
          <pc:sldMk cId="865525171" sldId="366"/>
        </pc:sldMkLst>
      </pc:sldChg>
      <pc:sldChg chg="addSp modSp new">
        <pc:chgData name="Filipe Mutz" userId="3fc1660b9a1c200e" providerId="LiveId" clId="{0D61A337-679B-4232-943E-5B32C8346098}" dt="2022-08-04T13:57:40.741" v="2344" actId="1076"/>
        <pc:sldMkLst>
          <pc:docMk/>
          <pc:sldMk cId="3613597583" sldId="367"/>
        </pc:sldMkLst>
      </pc:sldChg>
      <pc:sldChg chg="addSp delSp modSp new mod">
        <pc:chgData name="Filipe Mutz" userId="3fc1660b9a1c200e" providerId="LiveId" clId="{0D61A337-679B-4232-943E-5B32C8346098}" dt="2022-08-04T13:58:47.415" v="2369" actId="1076"/>
        <pc:sldMkLst>
          <pc:docMk/>
          <pc:sldMk cId="1293310963" sldId="368"/>
        </pc:sldMkLst>
      </pc:sldChg>
      <pc:sldChg chg="addSp delSp modSp new mod">
        <pc:chgData name="Filipe Mutz" userId="3fc1660b9a1c200e" providerId="LiveId" clId="{0D61A337-679B-4232-943E-5B32C8346098}" dt="2022-08-04T14:07:35.749" v="2624" actId="403"/>
        <pc:sldMkLst>
          <pc:docMk/>
          <pc:sldMk cId="1949740316" sldId="369"/>
        </pc:sldMkLst>
      </pc:sldChg>
      <pc:sldChg chg="addSp modSp add mod">
        <pc:chgData name="Filipe Mutz" userId="3fc1660b9a1c200e" providerId="LiveId" clId="{0D61A337-679B-4232-943E-5B32C8346098}" dt="2022-08-04T14:09:56.092" v="2670" actId="14100"/>
        <pc:sldMkLst>
          <pc:docMk/>
          <pc:sldMk cId="3275565156" sldId="370"/>
        </pc:sldMkLst>
      </pc:sldChg>
      <pc:sldChg chg="addSp modSp add mod">
        <pc:chgData name="Filipe Mutz" userId="3fc1660b9a1c200e" providerId="LiveId" clId="{0D61A337-679B-4232-943E-5B32C8346098}" dt="2022-08-04T14:23:18.938" v="3163" actId="1076"/>
        <pc:sldMkLst>
          <pc:docMk/>
          <pc:sldMk cId="1430497576" sldId="371"/>
        </pc:sldMkLst>
      </pc:sldChg>
      <pc:sldChg chg="addSp delSp modSp new mod">
        <pc:chgData name="Filipe Mutz" userId="3fc1660b9a1c200e" providerId="LiveId" clId="{0D61A337-679B-4232-943E-5B32C8346098}" dt="2022-08-04T14:31:04.097" v="3241" actId="14100"/>
        <pc:sldMkLst>
          <pc:docMk/>
          <pc:sldMk cId="1782599236" sldId="372"/>
        </pc:sldMkLst>
      </pc:sldChg>
      <pc:sldChg chg="addSp delSp modSp new mod">
        <pc:chgData name="Filipe Mutz" userId="3fc1660b9a1c200e" providerId="LiveId" clId="{0D61A337-679B-4232-943E-5B32C8346098}" dt="2022-08-04T14:43:17.351" v="3927" actId="1076"/>
        <pc:sldMkLst>
          <pc:docMk/>
          <pc:sldMk cId="2120871178" sldId="373"/>
        </pc:sldMkLst>
      </pc:sldChg>
      <pc:sldChg chg="addSp delSp modSp new mod">
        <pc:chgData name="Filipe Mutz" userId="3fc1660b9a1c200e" providerId="LiveId" clId="{0D61A337-679B-4232-943E-5B32C8346098}" dt="2022-08-04T14:55:33.304" v="4440" actId="404"/>
        <pc:sldMkLst>
          <pc:docMk/>
          <pc:sldMk cId="1908291975" sldId="374"/>
        </pc:sldMkLst>
      </pc:sldChg>
      <pc:sldChg chg="modSp new del mod">
        <pc:chgData name="Filipe Mutz" userId="3fc1660b9a1c200e" providerId="LiveId" clId="{0D61A337-679B-4232-943E-5B32C8346098}" dt="2022-08-04T15:04:25.956" v="4752" actId="47"/>
        <pc:sldMkLst>
          <pc:docMk/>
          <pc:sldMk cId="2952347713" sldId="375"/>
        </pc:sldMkLst>
      </pc:sldChg>
      <pc:sldChg chg="addSp delSp modSp new mod">
        <pc:chgData name="Filipe Mutz" userId="3fc1660b9a1c200e" providerId="LiveId" clId="{0D61A337-679B-4232-943E-5B32C8346098}" dt="2022-08-04T15:09:32.523" v="4847" actId="20577"/>
        <pc:sldMkLst>
          <pc:docMk/>
          <pc:sldMk cId="3994290457" sldId="376"/>
        </pc:sldMkLst>
      </pc:sldChg>
      <pc:sldChg chg="addSp delSp modSp add mod ord">
        <pc:chgData name="Filipe Mutz" userId="3fc1660b9a1c200e" providerId="LiveId" clId="{0D61A337-679B-4232-943E-5B32C8346098}" dt="2022-08-04T14:59:30.370" v="4572"/>
        <pc:sldMkLst>
          <pc:docMk/>
          <pc:sldMk cId="3865218343" sldId="377"/>
        </pc:sldMkLst>
      </pc:sldChg>
      <pc:sldChg chg="addSp delSp modSp new add del mod modNotesTx">
        <pc:chgData name="Filipe Mutz" userId="3fc1660b9a1c200e" providerId="LiveId" clId="{0D61A337-679B-4232-943E-5B32C8346098}" dt="2022-08-04T15:41:04.246" v="5827" actId="2696"/>
        <pc:sldMkLst>
          <pc:docMk/>
          <pc:sldMk cId="1520689250" sldId="378"/>
        </pc:sldMkLst>
      </pc:sldChg>
      <pc:sldChg chg="new del">
        <pc:chgData name="Filipe Mutz" userId="3fc1660b9a1c200e" providerId="LiveId" clId="{0D61A337-679B-4232-943E-5B32C8346098}" dt="2022-08-04T15:13:15.882" v="4852" actId="47"/>
        <pc:sldMkLst>
          <pc:docMk/>
          <pc:sldMk cId="3265835363" sldId="379"/>
        </pc:sldMkLst>
      </pc:sldChg>
      <pc:sldChg chg="addSp modSp add mod">
        <pc:chgData name="Filipe Mutz" userId="3fc1660b9a1c200e" providerId="LiveId" clId="{0D61A337-679B-4232-943E-5B32C8346098}" dt="2022-08-04T15:15:56.609" v="5148" actId="14100"/>
        <pc:sldMkLst>
          <pc:docMk/>
          <pc:sldMk cId="1007378012" sldId="380"/>
        </pc:sldMkLst>
      </pc:sldChg>
      <pc:sldChg chg="modSp new del mod">
        <pc:chgData name="Filipe Mutz" userId="3fc1660b9a1c200e" providerId="LiveId" clId="{0D61A337-679B-4232-943E-5B32C8346098}" dt="2022-08-04T15:26:14.874" v="5436" actId="47"/>
        <pc:sldMkLst>
          <pc:docMk/>
          <pc:sldMk cId="588494930" sldId="381"/>
        </pc:sldMkLst>
      </pc:sldChg>
      <pc:sldChg chg="addSp delSp modSp add mod">
        <pc:chgData name="Filipe Mutz" userId="3fc1660b9a1c200e" providerId="LiveId" clId="{0D61A337-679B-4232-943E-5B32C8346098}" dt="2022-08-04T15:28:29.920" v="5502" actId="1035"/>
        <pc:sldMkLst>
          <pc:docMk/>
          <pc:sldMk cId="2178511146" sldId="382"/>
        </pc:sldMkLst>
      </pc:sldChg>
      <pc:sldChg chg="addSp modSp new del mod ord">
        <pc:chgData name="Filipe Mutz" userId="3fc1660b9a1c200e" providerId="LiveId" clId="{0D61A337-679B-4232-943E-5B32C8346098}" dt="2022-08-04T15:44:44.278" v="6111" actId="47"/>
        <pc:sldMkLst>
          <pc:docMk/>
          <pc:sldMk cId="2967292651" sldId="383"/>
        </pc:sldMkLst>
      </pc:sldChg>
      <pc:sldChg chg="addSp delSp modSp add mod">
        <pc:chgData name="Filipe Mutz" userId="3fc1660b9a1c200e" providerId="LiveId" clId="{0D61A337-679B-4232-943E-5B32C8346098}" dt="2022-08-04T15:56:03.259" v="6567" actId="1076"/>
        <pc:sldMkLst>
          <pc:docMk/>
          <pc:sldMk cId="2702416301" sldId="384"/>
        </pc:sldMkLst>
      </pc:sldChg>
      <pc:sldChg chg="delSp modSp add mod ord">
        <pc:chgData name="Filipe Mutz" userId="3fc1660b9a1c200e" providerId="LiveId" clId="{0D61A337-679B-4232-943E-5B32C8346098}" dt="2022-08-04T15:46:51.887" v="6155" actId="1076"/>
        <pc:sldMkLst>
          <pc:docMk/>
          <pc:sldMk cId="3177145936" sldId="385"/>
        </pc:sldMkLst>
      </pc:sldChg>
      <pc:sldChg chg="addSp modSp new mod">
        <pc:chgData name="Filipe Mutz" userId="3fc1660b9a1c200e" providerId="LiveId" clId="{0D61A337-679B-4232-943E-5B32C8346098}" dt="2022-08-04T15:50:42.979" v="6489" actId="1076"/>
        <pc:sldMkLst>
          <pc:docMk/>
          <pc:sldMk cId="4205528846" sldId="386"/>
        </pc:sldMkLst>
      </pc:sldChg>
      <pc:sldChg chg="addSp modSp new mod">
        <pc:chgData name="Filipe Mutz" userId="3fc1660b9a1c200e" providerId="LiveId" clId="{0D61A337-679B-4232-943E-5B32C8346098}" dt="2022-08-04T15:54:41.068" v="6551" actId="1076"/>
        <pc:sldMkLst>
          <pc:docMk/>
          <pc:sldMk cId="4161288509" sldId="387"/>
        </pc:sldMkLst>
      </pc:sldChg>
      <pc:sldMasterChg chg="modSldLayout">
        <pc:chgData name="Filipe Mutz" userId="3fc1660b9a1c200e" providerId="LiveId" clId="{0D61A337-679B-4232-943E-5B32C8346098}" dt="2022-08-04T13:02:18.560" v="965" actId="2711"/>
        <pc:sldMasterMkLst>
          <pc:docMk/>
          <pc:sldMasterMk cId="3257942771" sldId="2147483744"/>
        </pc:sldMasterMkLst>
        <pc:sldLayoutChg chg="modSp">
          <pc:chgData name="Filipe Mutz" userId="3fc1660b9a1c200e" providerId="LiveId" clId="{0D61A337-679B-4232-943E-5B32C8346098}" dt="2022-08-04T13:02:18.560" v="965" actId="2711"/>
          <pc:sldLayoutMkLst>
            <pc:docMk/>
            <pc:sldMasterMk cId="3257942771" sldId="2147483744"/>
            <pc:sldLayoutMk cId="1993333062" sldId="2147483746"/>
          </pc:sldLayoutMkLst>
        </pc:sldLayoutChg>
      </pc:sldMasterChg>
    </pc:docChg>
  </pc:docChgLst>
  <pc:docChgLst>
    <pc:chgData name="Filipe Mutz" userId="3fc1660b9a1c200e" providerId="LiveId" clId="{A9669880-4E9F-43B7-BE8F-8D7A20617FF5}"/>
    <pc:docChg chg="custSel modSld">
      <pc:chgData name="Filipe Mutz" userId="3fc1660b9a1c200e" providerId="LiveId" clId="{A9669880-4E9F-43B7-BE8F-8D7A20617FF5}" dt="2021-10-01T01:00:17.215" v="89"/>
      <pc:docMkLst>
        <pc:docMk/>
      </pc:docMkLst>
      <pc:sldChg chg="addSp modSp mod">
        <pc:chgData name="Filipe Mutz" userId="3fc1660b9a1c200e" providerId="LiveId" clId="{A9669880-4E9F-43B7-BE8F-8D7A20617FF5}" dt="2021-10-01T01:00:17.215" v="89"/>
        <pc:sldMkLst>
          <pc:docMk/>
          <pc:sldMk cId="2412535650" sldId="259"/>
        </pc:sldMkLst>
      </pc:sldChg>
      <pc:sldChg chg="modSp mod">
        <pc:chgData name="Filipe Mutz" userId="3fc1660b9a1c200e" providerId="LiveId" clId="{A9669880-4E9F-43B7-BE8F-8D7A20617FF5}" dt="2021-09-30T20:58:20.960" v="9" actId="20577"/>
        <pc:sldMkLst>
          <pc:docMk/>
          <pc:sldMk cId="3209104128" sldId="260"/>
        </pc:sldMkLst>
      </pc:sldChg>
      <pc:sldChg chg="addSp">
        <pc:chgData name="Filipe Mutz" userId="3fc1660b9a1c200e" providerId="LiveId" clId="{A9669880-4E9F-43B7-BE8F-8D7A20617FF5}" dt="2021-10-01T01:00:17.215" v="89"/>
        <pc:sldMkLst>
          <pc:docMk/>
          <pc:sldMk cId="535333610" sldId="263"/>
        </pc:sldMkLst>
      </pc:sldChg>
      <pc:sldChg chg="addSp">
        <pc:chgData name="Filipe Mutz" userId="3fc1660b9a1c200e" providerId="LiveId" clId="{A9669880-4E9F-43B7-BE8F-8D7A20617FF5}" dt="2021-10-01T01:00:17.215" v="89"/>
        <pc:sldMkLst>
          <pc:docMk/>
          <pc:sldMk cId="2360486310" sldId="266"/>
        </pc:sldMkLst>
      </pc:sldChg>
      <pc:sldChg chg="addSp">
        <pc:chgData name="Filipe Mutz" userId="3fc1660b9a1c200e" providerId="LiveId" clId="{A9669880-4E9F-43B7-BE8F-8D7A20617FF5}" dt="2021-10-01T01:00:17.215" v="89"/>
        <pc:sldMkLst>
          <pc:docMk/>
          <pc:sldMk cId="2789677649" sldId="267"/>
        </pc:sldMkLst>
      </pc:sldChg>
      <pc:sldChg chg="addSp">
        <pc:chgData name="Filipe Mutz" userId="3fc1660b9a1c200e" providerId="LiveId" clId="{A9669880-4E9F-43B7-BE8F-8D7A20617FF5}" dt="2021-10-01T01:00:17.215" v="89"/>
        <pc:sldMkLst>
          <pc:docMk/>
          <pc:sldMk cId="3499622033" sldId="303"/>
        </pc:sldMkLst>
      </pc:sldChg>
      <pc:sldChg chg="addSp">
        <pc:chgData name="Filipe Mutz" userId="3fc1660b9a1c200e" providerId="LiveId" clId="{A9669880-4E9F-43B7-BE8F-8D7A20617FF5}" dt="2021-10-01T01:00:17.215" v="89"/>
        <pc:sldMkLst>
          <pc:docMk/>
          <pc:sldMk cId="3205498156" sldId="305"/>
        </pc:sldMkLst>
      </pc:sldChg>
    </pc:docChg>
  </pc:docChgLst>
  <pc:docChgLst>
    <pc:chgData name="Filipe Mutz" userId="3fc1660b9a1c200e" providerId="LiveId" clId="{E2DF76D0-9356-4C2D-9E77-F713AE03EBC9}"/>
    <pc:docChg chg="delSld">
      <pc:chgData name="Filipe Mutz" userId="3fc1660b9a1c200e" providerId="LiveId" clId="{E2DF76D0-9356-4C2D-9E77-F713AE03EBC9}" dt="2025-04-30T03:14:53.189" v="3" actId="47"/>
      <pc:docMkLst>
        <pc:docMk/>
      </pc:docMkLst>
      <pc:sldChg chg="del">
        <pc:chgData name="Filipe Mutz" userId="3fc1660b9a1c200e" providerId="LiveId" clId="{E2DF76D0-9356-4C2D-9E77-F713AE03EBC9}" dt="2025-04-30T03:14:53.189" v="3" actId="47"/>
        <pc:sldMkLst>
          <pc:docMk/>
          <pc:sldMk cId="3798064362" sldId="261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4271473740" sldId="280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135035612" sldId="292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811496582" sldId="294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1450825732" sldId="295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3391337105" sldId="296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646411642" sldId="298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3818180101" sldId="300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179075198" sldId="315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4175416450" sldId="328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871668674" sldId="332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1336455688" sldId="334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22717267" sldId="335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3775231602" sldId="336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20804805" sldId="337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406148408" sldId="338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935168088" sldId="339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3018544356" sldId="340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1586646604" sldId="341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3950942045" sldId="343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1561180483" sldId="344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4137692985" sldId="346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333533921" sldId="349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102136041" sldId="351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1187129091" sldId="355"/>
        </pc:sldMkLst>
      </pc:sldChg>
      <pc:sldChg chg="del">
        <pc:chgData name="Filipe Mutz" userId="3fc1660b9a1c200e" providerId="LiveId" clId="{E2DF76D0-9356-4C2D-9E77-F713AE03EBC9}" dt="2025-04-30T03:14:39.370" v="2" actId="47"/>
        <pc:sldMkLst>
          <pc:docMk/>
          <pc:sldMk cId="1827800760" sldId="357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3361354328" sldId="358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3957192221" sldId="359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529399522" sldId="360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931546512" sldId="361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1819794088" sldId="362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639318437" sldId="363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063789839" sldId="364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4010349230" sldId="365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865525171" sldId="366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3613597583" sldId="367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1293310963" sldId="368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1949740316" sldId="369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3275565156" sldId="370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1430497576" sldId="371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1782599236" sldId="372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120871178" sldId="373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1908291975" sldId="374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3994290457" sldId="376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3865218343" sldId="377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1520689250" sldId="378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1007378012" sldId="380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178511146" sldId="382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702416301" sldId="384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3177145936" sldId="385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4161288509" sldId="387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659427783" sldId="390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4139086817" sldId="391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1394920167" sldId="393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180039966" sldId="394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55104315" sldId="395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573923553" sldId="405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901240499" sldId="406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3144255771" sldId="407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500539002" sldId="408"/>
        </pc:sldMkLst>
      </pc:sldChg>
      <pc:sldChg chg="del">
        <pc:chgData name="Filipe Mutz" userId="3fc1660b9a1c200e" providerId="LiveId" clId="{E2DF76D0-9356-4C2D-9E77-F713AE03EBC9}" dt="2025-04-30T03:14:24.109" v="0" actId="47"/>
        <pc:sldMkLst>
          <pc:docMk/>
          <pc:sldMk cId="2164952720" sldId="410"/>
        </pc:sldMkLst>
      </pc:sldChg>
      <pc:sldChg chg="del">
        <pc:chgData name="Filipe Mutz" userId="3fc1660b9a1c200e" providerId="LiveId" clId="{E2DF76D0-9356-4C2D-9E77-F713AE03EBC9}" dt="2025-04-30T03:14:31.740" v="1" actId="47"/>
        <pc:sldMkLst>
          <pc:docMk/>
          <pc:sldMk cId="1262577464" sldId="411"/>
        </pc:sldMkLst>
      </pc:sldChg>
      <pc:sldChg chg="del">
        <pc:chgData name="Filipe Mutz" userId="3fc1660b9a1c200e" providerId="LiveId" clId="{E2DF76D0-9356-4C2D-9E77-F713AE03EBC9}" dt="2025-04-30T03:14:53.189" v="3" actId="47"/>
        <pc:sldMkLst>
          <pc:docMk/>
          <pc:sldMk cId="274132954" sldId="421"/>
        </pc:sldMkLst>
      </pc:sldChg>
      <pc:sldChg chg="del">
        <pc:chgData name="Filipe Mutz" userId="3fc1660b9a1c200e" providerId="LiveId" clId="{E2DF76D0-9356-4C2D-9E77-F713AE03EBC9}" dt="2025-04-30T03:14:24.109" v="0" actId="47"/>
        <pc:sldMkLst>
          <pc:docMk/>
          <pc:sldMk cId="3110044605" sldId="424"/>
        </pc:sldMkLst>
      </pc:sldChg>
      <pc:sldChg chg="del">
        <pc:chgData name="Filipe Mutz" userId="3fc1660b9a1c200e" providerId="LiveId" clId="{E2DF76D0-9356-4C2D-9E77-F713AE03EBC9}" dt="2025-04-30T03:14:24.109" v="0" actId="47"/>
        <pc:sldMkLst>
          <pc:docMk/>
          <pc:sldMk cId="1837056146" sldId="425"/>
        </pc:sldMkLst>
      </pc:sldChg>
      <pc:sldChg chg="del">
        <pc:chgData name="Filipe Mutz" userId="3fc1660b9a1c200e" providerId="LiveId" clId="{E2DF76D0-9356-4C2D-9E77-F713AE03EBC9}" dt="2025-04-30T03:14:24.109" v="0" actId="47"/>
        <pc:sldMkLst>
          <pc:docMk/>
          <pc:sldMk cId="3984327654" sldId="426"/>
        </pc:sldMkLst>
      </pc:sldChg>
      <pc:sldChg chg="del">
        <pc:chgData name="Filipe Mutz" userId="3fc1660b9a1c200e" providerId="LiveId" clId="{E2DF76D0-9356-4C2D-9E77-F713AE03EBC9}" dt="2025-04-30T03:14:24.109" v="0" actId="47"/>
        <pc:sldMkLst>
          <pc:docMk/>
          <pc:sldMk cId="24139330" sldId="427"/>
        </pc:sldMkLst>
      </pc:sldChg>
      <pc:sldChg chg="del">
        <pc:chgData name="Filipe Mutz" userId="3fc1660b9a1c200e" providerId="LiveId" clId="{E2DF76D0-9356-4C2D-9E77-F713AE03EBC9}" dt="2025-04-30T03:14:24.109" v="0" actId="47"/>
        <pc:sldMkLst>
          <pc:docMk/>
          <pc:sldMk cId="506114794" sldId="428"/>
        </pc:sldMkLst>
      </pc:sldChg>
      <pc:sldChg chg="del">
        <pc:chgData name="Filipe Mutz" userId="3fc1660b9a1c200e" providerId="LiveId" clId="{E2DF76D0-9356-4C2D-9E77-F713AE03EBC9}" dt="2025-04-30T03:14:31.740" v="1" actId="47"/>
        <pc:sldMkLst>
          <pc:docMk/>
          <pc:sldMk cId="218950095" sldId="429"/>
        </pc:sldMkLst>
      </pc:sldChg>
      <pc:sldChg chg="del">
        <pc:chgData name="Filipe Mutz" userId="3fc1660b9a1c200e" providerId="LiveId" clId="{E2DF76D0-9356-4C2D-9E77-F713AE03EBC9}" dt="2025-04-30T03:14:31.740" v="1" actId="47"/>
        <pc:sldMkLst>
          <pc:docMk/>
          <pc:sldMk cId="3258326333" sldId="430"/>
        </pc:sldMkLst>
      </pc:sldChg>
      <pc:sldChg chg="del">
        <pc:chgData name="Filipe Mutz" userId="3fc1660b9a1c200e" providerId="LiveId" clId="{E2DF76D0-9356-4C2D-9E77-F713AE03EBC9}" dt="2025-04-30T03:14:31.740" v="1" actId="47"/>
        <pc:sldMkLst>
          <pc:docMk/>
          <pc:sldMk cId="4037213106" sldId="431"/>
        </pc:sldMkLst>
      </pc:sldChg>
      <pc:sldChg chg="del">
        <pc:chgData name="Filipe Mutz" userId="3fc1660b9a1c200e" providerId="LiveId" clId="{E2DF76D0-9356-4C2D-9E77-F713AE03EBC9}" dt="2025-04-30T03:14:31.740" v="1" actId="47"/>
        <pc:sldMkLst>
          <pc:docMk/>
          <pc:sldMk cId="224943535" sldId="43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5B779-F978-4D61-B0C0-B079D40AF1EA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B1AA6-F126-4EBA-BDD3-4C4B74E68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6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Comentar que neste ponto vamos expandir o neurônio em duas operações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B1AA6-F126-4EBA-BDD3-4C4B74E680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91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D78C3-C640-4D87-BD93-476CBEAE7D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US" dirty="0" err="1"/>
              <a:t>Maasdfasdster</a:t>
            </a:r>
            <a:r>
              <a:rPr lang="en-US" dirty="0"/>
              <a:t> title style</a:t>
            </a:r>
            <a:endParaRPr lang="pt-B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64FCC-6A22-4BC8-B84E-CEB6309A2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6052C-17FC-4B08-BAF4-1C5CB3860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06A1-58FC-4924-98A6-8EC771088A7E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9EAB7-C2D2-4C2F-A334-D4A16FA0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5EF6C-58F6-4DA8-98BC-FE25BB86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7A71-94C8-4180-B273-17DA669E12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699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431B-2DD5-4CD5-9FC9-2174F3EF6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83" y="365125"/>
            <a:ext cx="11496583" cy="1325563"/>
          </a:xfrm>
        </p:spPr>
        <p:txBody>
          <a:bodyPr>
            <a:noAutofit/>
          </a:bodyPr>
          <a:lstStyle>
            <a:lvl1pPr>
              <a:defRPr sz="8000">
                <a:solidFill>
                  <a:srgbClr val="1DB9FF"/>
                </a:solidFill>
                <a:latin typeface="Impact" panose="020B080603090205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6DDC7-EFA2-4DE8-9B51-9CBBB03A7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861" y="1825625"/>
            <a:ext cx="11496583" cy="4351338"/>
          </a:xfrm>
        </p:spPr>
        <p:txBody>
          <a:bodyPr/>
          <a:lstStyle>
            <a:lvl1pPr>
              <a:defRPr sz="5400">
                <a:latin typeface="+mj-lt"/>
              </a:defRPr>
            </a:lvl1pPr>
            <a:lvl2pPr>
              <a:defRPr sz="5400">
                <a:latin typeface="+mj-lt"/>
              </a:defRPr>
            </a:lvl2pPr>
            <a:lvl3pPr>
              <a:defRPr sz="5400">
                <a:latin typeface="+mj-lt"/>
              </a:defRPr>
            </a:lvl3pPr>
            <a:lvl4pPr>
              <a:defRPr sz="5400">
                <a:latin typeface="+mj-lt"/>
              </a:defRPr>
            </a:lvl4pPr>
            <a:lvl5pPr>
              <a:defRPr sz="54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7ED50-0C1C-4139-A3FB-115B37F8D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06A1-58FC-4924-98A6-8EC771088A7E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5A63C-AEF4-4FDD-AFDB-2CCCBCC1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35A7F-8EC4-4CF3-B2F8-6B13AC8BD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7A71-94C8-4180-B273-17DA669E12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3333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8E054-D7E5-4321-A9A0-F4F144622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7074D-45D2-45BE-9240-7EB76A37B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6198A-A5F5-4511-AA32-8A6D38B3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06A1-58FC-4924-98A6-8EC771088A7E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4F430-E129-499D-B9EA-91D5CA17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C98A9-A741-4AB4-A5FB-1D61F4E2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7A71-94C8-4180-B273-17DA669E12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7509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763A4-8ECB-4290-B25F-A2511737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EA616-74B0-46C0-B710-3A27FB00D4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BA970-C5F3-4E5A-80B1-6DF2787FC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E5FF3-1CF2-43EC-A92A-762BFE468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06A1-58FC-4924-98A6-8EC771088A7E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D1887-B6DD-40B1-940F-FDAF5FB71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D328F-4237-4AEE-94B1-5B3340C06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7A71-94C8-4180-B273-17DA669E12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6472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0BC7-B5FF-4BC7-B420-F25DEE67F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FFC41-67EF-4BB5-B19B-C23BA15D0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07A21-6BC0-4F87-88C2-80A750FBA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84D6E6-5074-464A-B44F-7F49D3063F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1D4C25-F52B-4C22-A137-0A01F05C7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ABDFEE-439F-45F2-97C5-7E527134B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06A1-58FC-4924-98A6-8EC771088A7E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7A216-E8FE-44E0-AC84-0B0A28BC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EE0D4-6221-4B68-A7AB-E95612974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7A71-94C8-4180-B273-17DA669E12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33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6D263-2CD0-40FE-B5A5-B6CE8C070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D566F4-C403-44B7-8205-3E482A9F1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06A1-58FC-4924-98A6-8EC771088A7E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5B88F-1F94-4FA9-939E-622E95DED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BAA502-ACB6-48DB-9963-237A27781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7A71-94C8-4180-B273-17DA669E12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7126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229881-9875-42DA-928C-6D60C33CD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06A1-58FC-4924-98A6-8EC771088A7E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B526BA-8E25-4AA0-B07D-B235280C6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EEEAF-8113-49B5-8C3D-F028DBE78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7A71-94C8-4180-B273-17DA669E12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711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AF1C8-7599-4B6D-8F10-E641FC157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12719-A6B5-4EB1-92FC-EDC6992FF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C3842-EEBB-4BB3-905F-633CDDC65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B7121-5D93-4065-AC78-B698BC7F0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06A1-58FC-4924-98A6-8EC771088A7E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D04DA-A547-4084-95DB-F35CEDD57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7AA11-7BE3-406A-9E72-8A193A64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7A71-94C8-4180-B273-17DA669E12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62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C670-0724-4F84-951C-62AD1719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6A36B-9E1F-4D2D-AB1B-A9BB36B6D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26A3B-3FB0-4EE3-907A-E87C88635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36166-8337-485F-8919-7204CEBC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06A1-58FC-4924-98A6-8EC771088A7E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C08AC-2F33-4E6C-A88C-079039F1A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5AE13-5DFC-4266-84B5-842A464D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7A71-94C8-4180-B273-17DA669E12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47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61B1-C989-40CF-9514-CF3F44795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4B84F-AC3C-490F-8100-00286F585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420DA-6DE1-4158-81BF-AA7BFCBB9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06A1-58FC-4924-98A6-8EC771088A7E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67E05-652D-4840-AB73-E5D76B3BA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A441F-4068-47D3-8FE8-27EDA986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7A71-94C8-4180-B273-17DA669E12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241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1FA70F-76EF-49DC-A746-6CDC1F94AB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A5C93-12F3-40A7-BA1D-0F35DF97F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B7A02-8B6E-4A72-8DFB-D4EC4307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06A1-58FC-4924-98A6-8EC771088A7E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CE777-4E62-4BB5-B424-B0C35D110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A71ED-991F-43E0-AC99-1B9B1B28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77A71-94C8-4180-B273-17DA669E12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5842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D9E208-2585-4E88-AE0A-733AC0CEC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73" y="365125"/>
            <a:ext cx="115409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176E1-C4D2-4065-9A54-0C332C5D2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473" y="1825625"/>
            <a:ext cx="115409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D5C9C-F764-4DA5-9953-54A568297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906A1-58FC-4924-98A6-8EC771088A7E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2127F-E292-4CB1-A03E-0558C1372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6C89A-7046-49B5-B84B-4FBFD560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77A71-94C8-4180-B273-17DA669E12E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942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pt-BR" sz="8000" kern="1200">
          <a:solidFill>
            <a:srgbClr val="1DB9FF"/>
          </a:solidFill>
          <a:latin typeface="Impact" panose="020B0806030902050204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5400" kern="1200">
          <a:solidFill>
            <a:schemeClr val="bg2">
              <a:lumMod val="90000"/>
            </a:schemeClr>
          </a:solidFill>
          <a:latin typeface="+mj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5400" kern="1200">
          <a:solidFill>
            <a:schemeClr val="bg2">
              <a:lumMod val="90000"/>
            </a:schemeClr>
          </a:solidFill>
          <a:latin typeface="+mj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5400" kern="1200">
          <a:solidFill>
            <a:schemeClr val="bg2">
              <a:lumMod val="90000"/>
            </a:schemeClr>
          </a:solidFill>
          <a:latin typeface="+mj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5400" kern="1200">
          <a:solidFill>
            <a:schemeClr val="bg2">
              <a:lumMod val="90000"/>
            </a:schemeClr>
          </a:solidFill>
          <a:latin typeface="+mj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5400" kern="1200">
          <a:solidFill>
            <a:schemeClr val="bg2">
              <a:lumMod val="9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55815-AE3F-FC4F-6655-E65073669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0977" y="1689904"/>
            <a:ext cx="9144000" cy="2640419"/>
          </a:xfrm>
        </p:spPr>
        <p:txBody>
          <a:bodyPr>
            <a:noAutofit/>
          </a:bodyPr>
          <a:lstStyle/>
          <a:p>
            <a:pPr algn="just"/>
            <a:r>
              <a:rPr lang="pt-BR" sz="9600" b="1" noProof="0">
                <a:solidFill>
                  <a:srgbClr val="1DB9FF"/>
                </a:solidFill>
                <a:latin typeface="Segoe UI"/>
                <a:cs typeface="Calibri Light"/>
              </a:rPr>
              <a:t>Redes Neurais</a:t>
            </a:r>
          </a:p>
        </p:txBody>
      </p:sp>
      <p:pic>
        <p:nvPicPr>
          <p:cNvPr id="4" name="Picture 4" descr="Logo&#10;&#10;Description automatically generated">
            <a:extLst>
              <a:ext uri="{FF2B5EF4-FFF2-40B4-BE49-F238E27FC236}">
                <a16:creationId xmlns:a16="http://schemas.microsoft.com/office/drawing/2014/main" id="{58301195-F97E-1542-0ABD-452F9E673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" y="4595"/>
            <a:ext cx="2743200" cy="15049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66D0DA-D6E7-81CF-F429-ED597DF3047F}"/>
              </a:ext>
            </a:extLst>
          </p:cNvPr>
          <p:cNvSpPr/>
          <p:nvPr/>
        </p:nvSpPr>
        <p:spPr>
          <a:xfrm>
            <a:off x="2078182" y="1596570"/>
            <a:ext cx="672934" cy="5252358"/>
          </a:xfrm>
          <a:prstGeom prst="rect">
            <a:avLst/>
          </a:prstGeom>
          <a:solidFill>
            <a:srgbClr val="379D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6F295D-5D20-B440-78E3-E8D5F8ACBE93}"/>
              </a:ext>
            </a:extLst>
          </p:cNvPr>
          <p:cNvSpPr/>
          <p:nvPr/>
        </p:nvSpPr>
        <p:spPr>
          <a:xfrm>
            <a:off x="824" y="1596570"/>
            <a:ext cx="1979219" cy="526142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FA6006B-7473-28E5-FA5F-70BBB7E78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0977" y="4329664"/>
            <a:ext cx="9144000" cy="16557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just"/>
            <a:r>
              <a:rPr lang="pt-BR" sz="6000" noProof="0" dirty="0">
                <a:solidFill>
                  <a:schemeClr val="accent1">
                    <a:lumMod val="40000"/>
                    <a:lumOff val="60000"/>
                  </a:schemeClr>
                </a:solidFill>
                <a:latin typeface="Segoe UI"/>
                <a:cs typeface="Calibri"/>
              </a:rPr>
              <a:t>Prof. Filipe Mutz</a:t>
            </a:r>
          </a:p>
          <a:p>
            <a:pPr algn="just"/>
            <a:r>
              <a:rPr lang="pt-BR" sz="6000" noProof="0" dirty="0">
                <a:solidFill>
                  <a:schemeClr val="accent1">
                    <a:lumMod val="40000"/>
                    <a:lumOff val="60000"/>
                  </a:schemeClr>
                </a:solidFill>
                <a:latin typeface="Segoe UI"/>
                <a:cs typeface="Calibri"/>
              </a:rPr>
              <a:t>Atividade – MCP </a:t>
            </a:r>
            <a:r>
              <a:rPr lang="pt-BR" sz="6000" noProof="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Segoe UI"/>
                <a:cs typeface="Calibri"/>
              </a:rPr>
              <a:t>Neuron</a:t>
            </a:r>
            <a:endParaRPr lang="pt-BR" sz="6000" noProof="0" dirty="0">
              <a:solidFill>
                <a:schemeClr val="accent1">
                  <a:lumMod val="40000"/>
                  <a:lumOff val="60000"/>
                </a:schemeClr>
              </a:solidFill>
              <a:latin typeface="Segoe U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915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 descr="PythonAI/Notebooks/Sec1-1_MCP_Neuron.ipynb at master · JontySinai/PythonAI  · GitHub">
            <a:extLst>
              <a:ext uri="{FF2B5EF4-FFF2-40B4-BE49-F238E27FC236}">
                <a16:creationId xmlns:a16="http://schemas.microsoft.com/office/drawing/2014/main" id="{7B56098D-AE77-83DF-0014-E1024BBB3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577" y="281697"/>
            <a:ext cx="12223153" cy="629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B6A440-C0B7-1018-932F-313E6A8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4828" y="5150734"/>
            <a:ext cx="6555129" cy="939432"/>
          </a:xfrm>
        </p:spPr>
        <p:txBody>
          <a:bodyPr/>
          <a:lstStyle/>
          <a:p>
            <a:r>
              <a:rPr lang="pt-BR" sz="2800" dirty="0" err="1">
                <a:solidFill>
                  <a:schemeClr val="tx1"/>
                </a:solidFill>
              </a:rPr>
              <a:t>Mcculloch-Pitts</a:t>
            </a:r>
            <a:r>
              <a:rPr lang="pt-BR" sz="2800" dirty="0">
                <a:solidFill>
                  <a:schemeClr val="tx1"/>
                </a:solidFill>
              </a:rPr>
              <a:t> (MCP) </a:t>
            </a:r>
            <a:r>
              <a:rPr lang="pt-BR" sz="2800" dirty="0" err="1">
                <a:solidFill>
                  <a:schemeClr val="tx1"/>
                </a:solidFill>
              </a:rPr>
              <a:t>Neuron</a:t>
            </a:r>
            <a:endParaRPr lang="pt-BR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86CA86-B13C-EDA7-DBCD-2BE6BA64F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366" y="954840"/>
            <a:ext cx="2480576" cy="164111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5A52BF3-016A-B09C-7095-18D14D494099}"/>
              </a:ext>
            </a:extLst>
          </p:cNvPr>
          <p:cNvSpPr txBox="1">
            <a:spLocks/>
          </p:cNvSpPr>
          <p:nvPr/>
        </p:nvSpPr>
        <p:spPr>
          <a:xfrm>
            <a:off x="3784923" y="934277"/>
            <a:ext cx="3179444" cy="765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8000" kern="1200">
                <a:solidFill>
                  <a:srgbClr val="1DB9FF"/>
                </a:solidFill>
                <a:latin typeface="Impact" panose="020B0806030902050204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pt-BR" sz="2800" dirty="0" err="1">
                <a:solidFill>
                  <a:schemeClr val="tx1"/>
                </a:solidFill>
                <a:latin typeface="+mj-lt"/>
              </a:rPr>
              <a:t>activation</a:t>
            </a:r>
            <a:r>
              <a:rPr lang="pt-BR" sz="2800" dirty="0">
                <a:solidFill>
                  <a:schemeClr val="tx1"/>
                </a:solidFill>
                <a:latin typeface="+mj-lt"/>
              </a:rPr>
              <a:t> </a:t>
            </a:r>
            <a:r>
              <a:rPr lang="pt-BR" sz="2800" dirty="0" err="1">
                <a:solidFill>
                  <a:schemeClr val="tx1"/>
                </a:solidFill>
                <a:latin typeface="+mj-lt"/>
              </a:rPr>
              <a:t>function</a:t>
            </a:r>
            <a:r>
              <a:rPr lang="pt-BR" sz="2800" dirty="0">
                <a:solidFill>
                  <a:schemeClr val="tx1"/>
                </a:solidFill>
                <a:latin typeface="+mj-lt"/>
              </a:rPr>
              <a:t> =</a:t>
            </a:r>
          </a:p>
          <a:p>
            <a:r>
              <a:rPr lang="pt-BR" sz="2800" dirty="0">
                <a:solidFill>
                  <a:schemeClr val="tx1"/>
                </a:solidFill>
                <a:latin typeface="+mj-lt"/>
              </a:rPr>
              <a:t> </a:t>
            </a:r>
            <a:r>
              <a:rPr lang="pt-BR" sz="2800" dirty="0" err="1">
                <a:solidFill>
                  <a:schemeClr val="tx1"/>
                </a:solidFill>
                <a:latin typeface="+mj-lt"/>
              </a:rPr>
              <a:t>threshold</a:t>
            </a:r>
            <a:r>
              <a:rPr lang="pt-BR" sz="2800" dirty="0">
                <a:solidFill>
                  <a:schemeClr val="tx1"/>
                </a:solidFill>
                <a:latin typeface="+mj-lt"/>
              </a:rPr>
              <a:t> </a:t>
            </a:r>
            <a:r>
              <a:rPr lang="pt-BR" sz="2800" dirty="0" err="1">
                <a:solidFill>
                  <a:schemeClr val="tx1"/>
                </a:solidFill>
                <a:latin typeface="+mj-lt"/>
              </a:rPr>
              <a:t>function</a:t>
            </a:r>
            <a:endParaRPr lang="pt-BR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001E10F-593D-78E7-0149-524DB597DC47}"/>
              </a:ext>
            </a:extLst>
          </p:cNvPr>
          <p:cNvSpPr/>
          <p:nvPr/>
        </p:nvSpPr>
        <p:spPr>
          <a:xfrm>
            <a:off x="1607084" y="659757"/>
            <a:ext cx="8960602" cy="5243403"/>
          </a:xfrm>
          <a:prstGeom prst="roundRect">
            <a:avLst/>
          </a:prstGeom>
          <a:noFill/>
          <a:ln w="508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7028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15158-4897-D5EC-35A9-6C19A83DE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Ferramentas Utilizadas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E1EC5-8919-3DC5-2090-85B9DD6EB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983" y="1889125"/>
            <a:ext cx="11505461" cy="4351338"/>
          </a:xfrm>
        </p:spPr>
        <p:txBody>
          <a:bodyPr/>
          <a:lstStyle/>
          <a:p>
            <a:r>
              <a:rPr lang="pt-BR" dirty="0" err="1"/>
              <a:t>Jupyter</a:t>
            </a:r>
            <a:r>
              <a:rPr lang="pt-BR" dirty="0"/>
              <a:t> (local) ou Google </a:t>
            </a:r>
            <a:r>
              <a:rPr lang="pt-BR" dirty="0" err="1"/>
              <a:t>Colab</a:t>
            </a:r>
            <a:r>
              <a:rPr lang="pt-BR" dirty="0"/>
              <a:t> (web)</a:t>
            </a:r>
          </a:p>
          <a:p>
            <a:r>
              <a:rPr lang="pt-BR" dirty="0" err="1"/>
              <a:t>Numpy</a:t>
            </a:r>
            <a:r>
              <a:rPr lang="pt-BR" dirty="0"/>
              <a:t>: operações de matrizes</a:t>
            </a:r>
          </a:p>
          <a:p>
            <a:r>
              <a:rPr lang="pt-BR" dirty="0"/>
              <a:t>Pandas: dados tabulares</a:t>
            </a:r>
          </a:p>
          <a:p>
            <a:r>
              <a:rPr lang="pt-BR" dirty="0" err="1"/>
              <a:t>Scikit-learn</a:t>
            </a:r>
            <a:r>
              <a:rPr lang="pt-BR" dirty="0"/>
              <a:t>: machine learning</a:t>
            </a:r>
          </a:p>
          <a:p>
            <a:r>
              <a:rPr lang="pt-BR" dirty="0" err="1"/>
              <a:t>Matplotlib.pyplot</a:t>
            </a:r>
            <a:r>
              <a:rPr lang="pt-BR" dirty="0"/>
              <a:t> + </a:t>
            </a:r>
            <a:r>
              <a:rPr lang="pt-BR" dirty="0" err="1"/>
              <a:t>seaborn</a:t>
            </a:r>
            <a:r>
              <a:rPr lang="pt-BR" dirty="0"/>
              <a:t>: gráficos</a:t>
            </a:r>
          </a:p>
        </p:txBody>
      </p:sp>
    </p:spTree>
    <p:extLst>
      <p:ext uri="{BB962C8B-B14F-4D97-AF65-F5344CB8AC3E}">
        <p14:creationId xmlns:p14="http://schemas.microsoft.com/office/powerpoint/2010/main" val="2608902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9C6D-8661-3C42-C42A-8CE53CDF9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Instalação (local)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B51A4-FCB8-B469-BF12-6AFD26EEF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indent="-914400">
              <a:buAutoNum type="arabicParenR"/>
            </a:pPr>
            <a:r>
              <a:rPr lang="pt-BR" sz="4400" dirty="0"/>
              <a:t>Instalar o interpretador </a:t>
            </a:r>
            <a:r>
              <a:rPr lang="pt-BR" sz="4400" dirty="0" err="1"/>
              <a:t>python</a:t>
            </a:r>
            <a:endParaRPr lang="pt-BR" sz="4400" dirty="0"/>
          </a:p>
          <a:p>
            <a:pPr marL="914400" indent="-914400">
              <a:buAutoNum type="arabicParenR"/>
            </a:pPr>
            <a:r>
              <a:rPr lang="pt-BR" sz="4400" dirty="0"/>
              <a:t>Instalar bibliotecas usando o comando abaixo</a:t>
            </a:r>
          </a:p>
          <a:p>
            <a:pPr marL="0" indent="0">
              <a:buNone/>
            </a:pPr>
            <a:r>
              <a:rPr lang="pt-BR" sz="4400" dirty="0" err="1"/>
              <a:t>python</a:t>
            </a:r>
            <a:r>
              <a:rPr lang="pt-BR" sz="4400" dirty="0"/>
              <a:t> -m </a:t>
            </a:r>
            <a:r>
              <a:rPr lang="pt-BR" sz="4400" dirty="0" err="1"/>
              <a:t>pip</a:t>
            </a:r>
            <a:r>
              <a:rPr lang="pt-BR" sz="4400" dirty="0"/>
              <a:t> </a:t>
            </a:r>
            <a:r>
              <a:rPr lang="pt-BR" sz="4400" dirty="0" err="1"/>
              <a:t>install</a:t>
            </a:r>
            <a:r>
              <a:rPr lang="pt-BR" sz="4400" dirty="0"/>
              <a:t> </a:t>
            </a:r>
            <a:r>
              <a:rPr lang="pt-BR" sz="4400" dirty="0" err="1"/>
              <a:t>numpy</a:t>
            </a:r>
            <a:r>
              <a:rPr lang="pt-BR" sz="4400" dirty="0"/>
              <a:t> </a:t>
            </a:r>
            <a:r>
              <a:rPr lang="pt-BR" sz="4400" dirty="0" err="1"/>
              <a:t>matplotlib</a:t>
            </a:r>
            <a:r>
              <a:rPr lang="pt-BR" sz="4400" dirty="0"/>
              <a:t> </a:t>
            </a:r>
            <a:r>
              <a:rPr lang="pt-BR" sz="4400" dirty="0" err="1"/>
              <a:t>seaborn</a:t>
            </a:r>
            <a:r>
              <a:rPr lang="pt-BR" sz="4400" dirty="0"/>
              <a:t> </a:t>
            </a:r>
            <a:r>
              <a:rPr lang="pt-BR" sz="4400" dirty="0" err="1"/>
              <a:t>sklearn</a:t>
            </a:r>
            <a:r>
              <a:rPr lang="pt-BR" sz="4400" dirty="0"/>
              <a:t> pandas </a:t>
            </a:r>
            <a:r>
              <a:rPr lang="pt-BR" sz="4400" dirty="0" err="1"/>
              <a:t>jupyterlab</a:t>
            </a:r>
            <a:endParaRPr lang="pt-BR" sz="4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946040-985D-9B99-0540-EB807439DA01}"/>
              </a:ext>
            </a:extLst>
          </p:cNvPr>
          <p:cNvSpPr/>
          <p:nvPr/>
        </p:nvSpPr>
        <p:spPr>
          <a:xfrm>
            <a:off x="977900" y="4686300"/>
            <a:ext cx="10236200" cy="1806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400" dirty="0"/>
              <a:t>É uma boa </a:t>
            </a:r>
            <a:r>
              <a:rPr lang="pt-BR" sz="2400" dirty="0" err="1"/>
              <a:t>idéia</a:t>
            </a:r>
            <a:r>
              <a:rPr lang="pt-BR" sz="2400" dirty="0"/>
              <a:t> criar um ambiente virtual para a disciplina. Bibliotecas passam a ser instaladas no ambiente virtual de forma que se torna mais fácil lidar com incompatibilidades de versões. No pior caso, basta remover o ambiente virtual e reiniciar o processo.</a:t>
            </a:r>
          </a:p>
        </p:txBody>
      </p:sp>
    </p:spTree>
    <p:extLst>
      <p:ext uri="{BB962C8B-B14F-4D97-AF65-F5344CB8AC3E}">
        <p14:creationId xmlns:p14="http://schemas.microsoft.com/office/powerpoint/2010/main" val="2941258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B45AF-ACC9-1171-A73B-F090E19D3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Instação</a:t>
            </a:r>
            <a:r>
              <a:rPr lang="pt-BR" dirty="0"/>
              <a:t> (local)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BD88-F6A0-D3CC-A2AF-5538FA90C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400" dirty="0"/>
              <a:t>Instale o editor Visual Studio </a:t>
            </a:r>
            <a:r>
              <a:rPr lang="pt-BR" sz="4400" dirty="0" err="1"/>
              <a:t>Code</a:t>
            </a:r>
            <a:r>
              <a:rPr lang="pt-BR" sz="4400" dirty="0"/>
              <a:t> com as extensões indicadas abaixo.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FEABC9-0D56-F4A6-7E36-C13D914EC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32" y="3213100"/>
            <a:ext cx="5256287" cy="3279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105A6B-1F20-B904-435A-031F210EF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419" y="3268343"/>
            <a:ext cx="6373549" cy="300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68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DD44E-A813-03EF-898E-CDA625CB3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0" y="365125"/>
            <a:ext cx="5269266" cy="1325563"/>
          </a:xfrm>
        </p:spPr>
        <p:txBody>
          <a:bodyPr/>
          <a:lstStyle/>
          <a:p>
            <a:r>
              <a:rPr lang="pt-BR" dirty="0"/>
              <a:t>Convenção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C2532-728E-6825-EBF3-69B5539DB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9722" y="1690688"/>
            <a:ext cx="4020844" cy="4351338"/>
          </a:xfrm>
        </p:spPr>
        <p:txBody>
          <a:bodyPr>
            <a:normAutofit/>
          </a:bodyPr>
          <a:lstStyle/>
          <a:p>
            <a:pPr algn="l"/>
            <a:r>
              <a:rPr lang="pt-BR" sz="3600" dirty="0"/>
              <a:t>Atributos e métodos privados devem iniciar com “_”.</a:t>
            </a:r>
          </a:p>
          <a:p>
            <a:pPr algn="l"/>
            <a:r>
              <a:rPr lang="pt-BR" sz="3600" dirty="0"/>
              <a:t>Testes com </a:t>
            </a:r>
            <a:r>
              <a:rPr lang="pt-BR" sz="3600" dirty="0" err="1"/>
              <a:t>assert</a:t>
            </a:r>
            <a:r>
              <a:rPr lang="pt-BR" sz="3600" dirty="0"/>
              <a:t> (por simplicidade)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9EE234-0B8D-29C1-10A7-DD96C43D1EB6}"/>
              </a:ext>
            </a:extLst>
          </p:cNvPr>
          <p:cNvSpPr txBox="1"/>
          <p:nvPr/>
        </p:nvSpPr>
        <p:spPr>
          <a:xfrm>
            <a:off x="331434" y="165318"/>
            <a:ext cx="80137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Conta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pPr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pt-B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.nome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nome </a:t>
            </a:r>
          </a:p>
          <a:p>
            <a:pPr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._saldo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deposito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valor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 valor deve ser positivo'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._saldo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valor </a:t>
            </a:r>
          </a:p>
          <a:p>
            <a:pPr>
              <a:buNone/>
            </a:pPr>
            <a:b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saque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valor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 valor deve ser positivo'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._saldo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valor </a:t>
            </a:r>
          </a:p>
          <a:p>
            <a:pPr>
              <a:buNone/>
            </a:pPr>
            <a:b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saldo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._saldo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conta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Conta(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filipe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conta.deposito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conta.saque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conta.saldo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5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conta.saque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pt-B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AssertionError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o valor deve ser positivo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649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3C6E-002E-7091-4C2A-520AB4EA9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Herança e </a:t>
            </a:r>
            <a:r>
              <a:rPr lang="pt-BR" dirty="0" err="1"/>
              <a:t>Type</a:t>
            </a:r>
            <a:r>
              <a:rPr lang="pt-BR" dirty="0"/>
              <a:t> </a:t>
            </a:r>
            <a:r>
              <a:rPr lang="pt-BR" dirty="0" err="1"/>
              <a:t>Hinting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E23A7-E55E-E38B-37C1-057D22F75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177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2402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1678</TotalTime>
  <Words>304</Words>
  <Application>Microsoft Office PowerPoint</Application>
  <PresentationFormat>Widescreen</PresentationFormat>
  <Paragraphs>43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Impact</vt:lpstr>
      <vt:lpstr>Segoe UI</vt:lpstr>
      <vt:lpstr>Office Theme</vt:lpstr>
      <vt:lpstr>Redes Neurais</vt:lpstr>
      <vt:lpstr>Mcculloch-Pitts (MCP) Neuron</vt:lpstr>
      <vt:lpstr>Ferramentas Utilizadas</vt:lpstr>
      <vt:lpstr>Instalação (local)</vt:lpstr>
      <vt:lpstr>Instação (local)</vt:lpstr>
      <vt:lpstr>Convenção</vt:lpstr>
      <vt:lpstr>Herança e Type Hinting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Filipe Mutz</dc:creator>
  <cp:lastModifiedBy>Filipe Mutz</cp:lastModifiedBy>
  <cp:revision>339</cp:revision>
  <dcterms:created xsi:type="dcterms:W3CDTF">2021-05-19T00:15:52Z</dcterms:created>
  <dcterms:modified xsi:type="dcterms:W3CDTF">2025-04-30T19:40:08Z</dcterms:modified>
</cp:coreProperties>
</file>